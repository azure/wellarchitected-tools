
<file path=[Content_Types].xml><?xml version="1.0" encoding="utf-8"?>
<Types xmlns="http://schemas.openxmlformats.org/package/2006/content-types">
  <Default Extension="bin" ContentType="image/png"/>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519" r:id="rId4"/>
    <p:sldMasterId id="2147484609" r:id="rId5"/>
  </p:sldMasterIdLst>
  <p:notesMasterIdLst>
    <p:notesMasterId r:id="rId12"/>
  </p:notesMasterIdLst>
  <p:handoutMasterIdLst>
    <p:handoutMasterId r:id="rId13"/>
  </p:handoutMasterIdLst>
  <p:sldIdLst>
    <p:sldId id="2147469900" r:id="rId6"/>
    <p:sldId id="2142532396" r:id="rId7"/>
    <p:sldId id="2147469902" r:id="rId8"/>
    <p:sldId id="260" r:id="rId9"/>
    <p:sldId id="2147469901" r:id="rId10"/>
    <p:sldId id="27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9066A04-C318-809E-316B-362D46C4EA68}" name="Misha Sokolnikov" initials="MS" userId="S::msokolnikov@microsoft.com::db4fede4-8c76-434c-ae81-eaeb71817530" providerId="AD"/>
  <p188:author id="{31006E13-A6D8-5930-EACA-8D68791044C9}" name="Liz Holz" initials="LH" userId="S::lizholz@microsoft.com::a5c94f21-04a0-4833-a528-4aebe3c61744" providerId="AD"/>
  <p188:author id="{67919135-4BB7-5AC9-3125-572EC3F6FECD}" name="Kevin Merhar" initials="KM" userId="S::kevinmerhar@microsoft.com::5916440c-8bf3-45c6-987a-4d3912e323dc" providerId="AD"/>
  <p188:author id="{93606942-D49C-208B-EAC3-2F0219780D4A}" name="Chang Kawaguchi" initials="CK" userId="S::changk@microsoft.com::06cb9585-19ad-49a1-ab50-fe56389a3267" providerId="AD"/>
  <p188:author id="{9638D944-A150-CC66-5542-4E7CFC0043A6}" name="Michal Braverman-Blumenstyk" initials="MBB" userId="S::michalbl@microsoft.com::80e1958f-7249-4c16-b6c3-ad55f0b7be28" providerId="AD"/>
  <p188:author id="{2AC24A54-4E52-D275-DEE0-3A2413551C9F}" name="Chris Stinson (NAYAMODE INC)" initials="CS" userId="S::v-chstin@microsoft.com::0c3b77ce-a5e8-4179-ab1e-38cf506c950d" providerId="AD"/>
  <p188:author id="{DB1CD055-6E42-A3BD-497E-894B99D3D34D}" name="Eric Douglas" initials="ED" userId="S::edouglas@ntdev.microsoft.com::d1ecf99b-69f2-4e40-8393-ea6ea7f22cc8" providerId="AD"/>
  <p188:author id="{9CA3DD5E-D5E0-8EE0-D7F9-51E6FF3E2F82}" name="Jugal Parikh" initials="JP" userId="S::juparikh@microsoft.com::5f1029fa-dc19-4656-931d-1e5c610622fd" providerId="AD"/>
  <p188:author id="{7EABE263-2C32-6F66-A4BA-7F437F2979A9}" name="Kristen Paff" initials="KP" userId="S::Kristen@simple-concepts.com::5b96bd53-6275-42cb-9994-7ac3960eff45" providerId="AD"/>
  <p188:author id="{4E959376-FB82-5080-2661-465CFB3EFB3A}" name="Jamie Lasecke" initials="JL" userId="S::jalasec@microsoft.com::0efde9a8-8261-4cd4-b609-d0f61e5b826f" providerId="AD"/>
  <p188:author id="{24D42878-8E6D-05AE-6104-17DBD37D65C3}" name="Scott Woodgate" initials="SW" userId="S::scottwoo@microsoft.com::364992e8-fc55-4d4c-a874-e53f7b4dd1a6" providerId="AD"/>
  <p188:author id="{F45C4682-DA0E-7536-EFF9-441FA3B074F8}" name="Liz Holz" initials="LH" userId="80255d800a4a2260" providerId="Windows Live"/>
  <p188:author id="{69EB9C8C-251C-FA6F-4E7E-BE7130627C4A}" name="Kathleen Lavallee" initials="KL" userId="S::klavallee@microsoft.com::b229ea91-1c55-4e24-a3d9-13e77036104a" providerId="AD"/>
  <p188:author id="{E41A1ED5-A104-5191-5502-74E5E90E8D69}" name="Sean Cahill" initials="SC" userId="S::cahillsean@microsoft.com::d169a6bc-7f51-4b3a-b0af-a7394b1054bf" providerId="AD"/>
  <p188:author id="{3B008DD5-129C-A744-E7D4-67C55DEFE7AE}" name="Neeta Nahta" initials="NN" userId="S::neetanahta@microsoft.com::f3adaac5-aef3-41c7-8da1-25594f8fef69" providerId="AD"/>
  <p188:author id="{80DDEAD7-26E3-C4B9-5C97-92A4896C9756}" name="Demorie Crowe" initials="DC" userId="S::demoriecrowe@microsoft.com::dfc38837-2bff-4a26-a04f-3a46a405993e" providerId="AD"/>
  <p188:author id="{B706F5DC-EFBB-913F-1DF8-170CC74C3587}" name="Nick Goodman" initials="NG" userId="S::nickgoodman@microsoft.com::6f52716a-2c2e-4906-bf8a-ff65651f5d49" providerId="AD"/>
  <p188:author id="{22CAC9DD-F8BB-88A2-D3C1-7E98915E1EBD}" name="Ram Duggirala" initials="RD" userId="S::ramduggirala@microsoft.com::1b3bdbaf-8b25-41db-a7a2-73329fd18723" providerId="AD"/>
  <p188:author id="{6BDC2AF7-D1FC-3AA5-6094-9CA752A5262A}" name="Kelly Miller" initials="KM" userId="S::Kellym@simple-concepts.com::f9edb626-4fca-42ef-acd6-388cba861aa0" providerId="AD"/>
  <p188:author id="{E18984FB-6737-06B7-9E59-EBDA9DCDC166}" name="Mario Goertzel" initials="MG" userId="S::mariogo@ntdev.microsoft.com::d2c5159f-4dfe-443f-a521-dd69e37f9c1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a:srgbClr val="CECECE"/>
    <a:srgbClr val="0D1523"/>
    <a:srgbClr val="0D1522"/>
    <a:srgbClr val="11192A"/>
    <a:srgbClr val="0F1828"/>
    <a:srgbClr val="FFB900"/>
    <a:srgbClr val="FFFFFF"/>
    <a:srgbClr val="3C7AB4"/>
    <a:srgbClr val="15213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69BB41-6415-46F5-8E64-1F16B905F138}" v="2" dt="2024-10-31T17:50:43.6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884" autoAdjust="0"/>
  </p:normalViewPr>
  <p:slideViewPr>
    <p:cSldViewPr snapToGrid="0">
      <p:cViewPr varScale="1">
        <p:scale>
          <a:sx n="138" d="100"/>
          <a:sy n="138" d="100"/>
        </p:scale>
        <p:origin x="1140" y="308"/>
      </p:cViewPr>
      <p:guideLst/>
    </p:cSldViewPr>
  </p:slideViewPr>
  <p:notesTextViewPr>
    <p:cViewPr>
      <p:scale>
        <a:sx n="150" d="100"/>
        <a:sy n="150" d="100"/>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viewProps" Target="viewProps.xml"/><Relationship Id="rId10" Type="http://schemas.openxmlformats.org/officeDocument/2006/relationships/slide" Target="slides/slide5.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lenn LeCheminant" userId="c4b520e6-8282-4dd1-9652-ad27c16753fd" providerId="ADAL" clId="{1669BB41-6415-46F5-8E64-1F16B905F138}"/>
    <pc:docChg chg="undo custSel addSld delSld modSld">
      <pc:chgData name="Glenn LeCheminant" userId="c4b520e6-8282-4dd1-9652-ad27c16753fd" providerId="ADAL" clId="{1669BB41-6415-46F5-8E64-1F16B905F138}" dt="2024-10-31T17:52:27.051" v="308" actId="6549"/>
      <pc:docMkLst>
        <pc:docMk/>
      </pc:docMkLst>
      <pc:sldChg chg="addSp delSp modSp mod chgLayout">
        <pc:chgData name="Glenn LeCheminant" userId="c4b520e6-8282-4dd1-9652-ad27c16753fd" providerId="ADAL" clId="{1669BB41-6415-46F5-8E64-1F16B905F138}" dt="2024-10-31T17:47:46.030" v="24" actId="700"/>
        <pc:sldMkLst>
          <pc:docMk/>
          <pc:sldMk cId="3257180493" sldId="273"/>
        </pc:sldMkLst>
        <pc:spChg chg="add del mod">
          <ac:chgData name="Glenn LeCheminant" userId="c4b520e6-8282-4dd1-9652-ad27c16753fd" providerId="ADAL" clId="{1669BB41-6415-46F5-8E64-1F16B905F138}" dt="2024-10-31T17:46:11.764" v="19" actId="700"/>
          <ac:spMkLst>
            <pc:docMk/>
            <pc:sldMk cId="3257180493" sldId="273"/>
            <ac:spMk id="2" creationId="{62EC9C52-7D16-4EEE-4940-26ACAB7847A8}"/>
          </ac:spMkLst>
        </pc:spChg>
        <pc:spChg chg="add del mod">
          <ac:chgData name="Glenn LeCheminant" userId="c4b520e6-8282-4dd1-9652-ad27c16753fd" providerId="ADAL" clId="{1669BB41-6415-46F5-8E64-1F16B905F138}" dt="2024-10-31T17:47:46.030" v="24" actId="700"/>
          <ac:spMkLst>
            <pc:docMk/>
            <pc:sldMk cId="3257180493" sldId="273"/>
            <ac:spMk id="3" creationId="{2AC026B0-D785-1BEB-FDBD-9192473BF673}"/>
          </ac:spMkLst>
        </pc:spChg>
        <pc:spChg chg="add del mod">
          <ac:chgData name="Glenn LeCheminant" userId="c4b520e6-8282-4dd1-9652-ad27c16753fd" providerId="ADAL" clId="{1669BB41-6415-46F5-8E64-1F16B905F138}" dt="2024-10-31T17:47:46.030" v="24" actId="700"/>
          <ac:spMkLst>
            <pc:docMk/>
            <pc:sldMk cId="3257180493" sldId="273"/>
            <ac:spMk id="4" creationId="{08C6EBE2-56D0-5305-1C0C-6B175D5EA090}"/>
          </ac:spMkLst>
        </pc:spChg>
        <pc:spChg chg="add del mod">
          <ac:chgData name="Glenn LeCheminant" userId="c4b520e6-8282-4dd1-9652-ad27c16753fd" providerId="ADAL" clId="{1669BB41-6415-46F5-8E64-1F16B905F138}" dt="2024-10-31T17:47:46.030" v="24" actId="700"/>
          <ac:spMkLst>
            <pc:docMk/>
            <pc:sldMk cId="3257180493" sldId="273"/>
            <ac:spMk id="5" creationId="{A7744AF0-F0CA-C330-BF7F-86DBC7756BFF}"/>
          </ac:spMkLst>
        </pc:spChg>
      </pc:sldChg>
      <pc:sldChg chg="addSp delSp modSp add mod">
        <pc:chgData name="Glenn LeCheminant" userId="c4b520e6-8282-4dd1-9652-ad27c16753fd" providerId="ADAL" clId="{1669BB41-6415-46F5-8E64-1F16B905F138}" dt="2024-10-31T17:52:27.051" v="308" actId="6549"/>
        <pc:sldMkLst>
          <pc:docMk/>
          <pc:sldMk cId="2170531991" sldId="2147482564"/>
        </pc:sldMkLst>
        <pc:spChg chg="del mod">
          <ac:chgData name="Glenn LeCheminant" userId="c4b520e6-8282-4dd1-9652-ad27c16753fd" providerId="ADAL" clId="{1669BB41-6415-46F5-8E64-1F16B905F138}" dt="2024-10-31T17:49:39.032" v="29" actId="478"/>
          <ac:spMkLst>
            <pc:docMk/>
            <pc:sldMk cId="2170531991" sldId="2147482564"/>
            <ac:spMk id="3" creationId="{BC3712E5-3CC3-428C-EFC9-57ADDE360FA7}"/>
          </ac:spMkLst>
        </pc:spChg>
        <pc:spChg chg="mod">
          <ac:chgData name="Glenn LeCheminant" userId="c4b520e6-8282-4dd1-9652-ad27c16753fd" providerId="ADAL" clId="{1669BB41-6415-46F5-8E64-1F16B905F138}" dt="2024-10-31T17:35:19.376" v="0"/>
          <ac:spMkLst>
            <pc:docMk/>
            <pc:sldMk cId="2170531991" sldId="2147482564"/>
            <ac:spMk id="4" creationId="{EF485970-9D46-1026-CB7D-0EBA2A94C682}"/>
          </ac:spMkLst>
        </pc:spChg>
        <pc:spChg chg="del">
          <ac:chgData name="Glenn LeCheminant" userId="c4b520e6-8282-4dd1-9652-ad27c16753fd" providerId="ADAL" clId="{1669BB41-6415-46F5-8E64-1F16B905F138}" dt="2024-10-31T17:39:24.533" v="1" actId="478"/>
          <ac:spMkLst>
            <pc:docMk/>
            <pc:sldMk cId="2170531991" sldId="2147482564"/>
            <ac:spMk id="5" creationId="{D533FB1B-B06E-8209-B4B2-EEE394C290A7}"/>
          </ac:spMkLst>
        </pc:spChg>
        <pc:spChg chg="mod">
          <ac:chgData name="Glenn LeCheminant" userId="c4b520e6-8282-4dd1-9652-ad27c16753fd" providerId="ADAL" clId="{1669BB41-6415-46F5-8E64-1F16B905F138}" dt="2024-10-31T17:40:41.623" v="7" actId="207"/>
          <ac:spMkLst>
            <pc:docMk/>
            <pc:sldMk cId="2170531991" sldId="2147482564"/>
            <ac:spMk id="8" creationId="{EE393A49-303B-BCFC-C920-70F91EE156B0}"/>
          </ac:spMkLst>
        </pc:spChg>
        <pc:spChg chg="mod">
          <ac:chgData name="Glenn LeCheminant" userId="c4b520e6-8282-4dd1-9652-ad27c16753fd" providerId="ADAL" clId="{1669BB41-6415-46F5-8E64-1F16B905F138}" dt="2024-10-31T17:40:36.510" v="6" actId="207"/>
          <ac:spMkLst>
            <pc:docMk/>
            <pc:sldMk cId="2170531991" sldId="2147482564"/>
            <ac:spMk id="9" creationId="{A2E7EC42-E708-BDC1-3530-973B2F1181FA}"/>
          </ac:spMkLst>
        </pc:spChg>
        <pc:spChg chg="add mod">
          <ac:chgData name="Glenn LeCheminant" userId="c4b520e6-8282-4dd1-9652-ad27c16753fd" providerId="ADAL" clId="{1669BB41-6415-46F5-8E64-1F16B905F138}" dt="2024-10-31T17:52:27.051" v="308" actId="6549"/>
          <ac:spMkLst>
            <pc:docMk/>
            <pc:sldMk cId="2170531991" sldId="2147482564"/>
            <ac:spMk id="16" creationId="{C89E3486-3F92-57F4-A2F3-FCB7400E3D63}"/>
          </ac:spMkLst>
        </pc:spChg>
        <pc:spChg chg="mod">
          <ac:chgData name="Glenn LeCheminant" userId="c4b520e6-8282-4dd1-9652-ad27c16753fd" providerId="ADAL" clId="{1669BB41-6415-46F5-8E64-1F16B905F138}" dt="2024-10-31T17:49:09.719" v="28" actId="208"/>
          <ac:spMkLst>
            <pc:docMk/>
            <pc:sldMk cId="2170531991" sldId="2147482564"/>
            <ac:spMk id="22" creationId="{3F000D5B-68AE-72AC-1F74-17D14A1B1057}"/>
          </ac:spMkLst>
        </pc:spChg>
        <pc:spChg chg="mod">
          <ac:chgData name="Glenn LeCheminant" userId="c4b520e6-8282-4dd1-9652-ad27c16753fd" providerId="ADAL" clId="{1669BB41-6415-46F5-8E64-1F16B905F138}" dt="2024-10-31T17:41:25.574" v="15" actId="207"/>
          <ac:spMkLst>
            <pc:docMk/>
            <pc:sldMk cId="2170531991" sldId="2147482564"/>
            <ac:spMk id="24" creationId="{C7600937-427E-2B15-34DC-FEB639CC21A6}"/>
          </ac:spMkLst>
        </pc:spChg>
        <pc:spChg chg="mod">
          <ac:chgData name="Glenn LeCheminant" userId="c4b520e6-8282-4dd1-9652-ad27c16753fd" providerId="ADAL" clId="{1669BB41-6415-46F5-8E64-1F16B905F138}" dt="2024-10-31T17:41:19.070" v="13" actId="207"/>
          <ac:spMkLst>
            <pc:docMk/>
            <pc:sldMk cId="2170531991" sldId="2147482564"/>
            <ac:spMk id="25" creationId="{85756D6F-7027-2853-B10A-50C613233C8E}"/>
          </ac:spMkLst>
        </pc:spChg>
        <pc:spChg chg="mod">
          <ac:chgData name="Glenn LeCheminant" userId="c4b520e6-8282-4dd1-9652-ad27c16753fd" providerId="ADAL" clId="{1669BB41-6415-46F5-8E64-1F16B905F138}" dt="2024-10-31T17:41:12.448" v="11" actId="207"/>
          <ac:spMkLst>
            <pc:docMk/>
            <pc:sldMk cId="2170531991" sldId="2147482564"/>
            <ac:spMk id="26" creationId="{9420EE2A-4E4C-4B5D-85B4-25A22CF1B4EC}"/>
          </ac:spMkLst>
        </pc:spChg>
        <pc:spChg chg="mod">
          <ac:chgData name="Glenn LeCheminant" userId="c4b520e6-8282-4dd1-9652-ad27c16753fd" providerId="ADAL" clId="{1669BB41-6415-46F5-8E64-1F16B905F138}" dt="2024-10-31T17:41:01.764" v="9" actId="208"/>
          <ac:spMkLst>
            <pc:docMk/>
            <pc:sldMk cId="2170531991" sldId="2147482564"/>
            <ac:spMk id="27" creationId="{71E16CBA-27C4-BABB-8795-1EC9010B6790}"/>
          </ac:spMkLst>
        </pc:spChg>
        <pc:picChg chg="add mod ord">
          <ac:chgData name="Glenn LeCheminant" userId="c4b520e6-8282-4dd1-9652-ad27c16753fd" providerId="ADAL" clId="{1669BB41-6415-46F5-8E64-1F16B905F138}" dt="2024-10-31T17:40:22.896" v="5" actId="167"/>
          <ac:picMkLst>
            <pc:docMk/>
            <pc:sldMk cId="2170531991" sldId="2147482564"/>
            <ac:picMk id="15" creationId="{C477699C-4842-9693-30A8-A77AD41849BE}"/>
          </ac:picMkLst>
        </pc:picChg>
      </pc:sldChg>
      <pc:sldChg chg="add del">
        <pc:chgData name="Glenn LeCheminant" userId="c4b520e6-8282-4dd1-9652-ad27c16753fd" providerId="ADAL" clId="{1669BB41-6415-46F5-8E64-1F16B905F138}" dt="2024-10-31T17:47:46.555" v="25" actId="2890"/>
        <pc:sldMkLst>
          <pc:docMk/>
          <pc:sldMk cId="2628079176" sldId="2147482565"/>
        </pc:sldMkLst>
      </pc:sldChg>
      <pc:sldChg chg="new del">
        <pc:chgData name="Glenn LeCheminant" userId="c4b520e6-8282-4dd1-9652-ad27c16753fd" providerId="ADAL" clId="{1669BB41-6415-46F5-8E64-1F16B905F138}" dt="2024-10-31T17:49:53.749" v="30" actId="47"/>
        <pc:sldMkLst>
          <pc:docMk/>
          <pc:sldMk cId="2744565132" sldId="2147482565"/>
        </pc:sldMkLst>
      </pc:sldChg>
    </pc:docChg>
  </pc:docChgLst>
  <pc:docChgLst>
    <pc:chgData name="Ashley Wills" userId="7064ed61-d96b-423e-9d86-70187f743106" providerId="ADAL" clId="{3DEA7356-F395-4AF6-B86F-78290E70EE0B}"/>
    <pc:docChg chg="custSel mod addSld delSld modSld modMainMaster">
      <pc:chgData name="Ashley Wills" userId="7064ed61-d96b-423e-9d86-70187f743106" providerId="ADAL" clId="{3DEA7356-F395-4AF6-B86F-78290E70EE0B}" dt="2024-09-09T16:53:09.698" v="44" actId="6014"/>
      <pc:docMkLst>
        <pc:docMk/>
      </pc:docMkLst>
      <pc:sldChg chg="modSp mod">
        <pc:chgData name="Ashley Wills" userId="7064ed61-d96b-423e-9d86-70187f743106" providerId="ADAL" clId="{3DEA7356-F395-4AF6-B86F-78290E70EE0B}" dt="2024-09-09T09:18:28.927" v="41" actId="208"/>
        <pc:sldMkLst>
          <pc:docMk/>
          <pc:sldMk cId="2248609925" sldId="256"/>
        </pc:sldMkLst>
        <pc:spChg chg="mod">
          <ac:chgData name="Ashley Wills" userId="7064ed61-d96b-423e-9d86-70187f743106" providerId="ADAL" clId="{3DEA7356-F395-4AF6-B86F-78290E70EE0B}" dt="2024-09-09T09:18:28.927" v="41" actId="208"/>
          <ac:spMkLst>
            <pc:docMk/>
            <pc:sldMk cId="2248609925" sldId="256"/>
            <ac:spMk id="12" creationId="{276832B9-6F93-7BC4-B5D7-F6FE1BFC8FC4}"/>
          </ac:spMkLst>
        </pc:spChg>
        <pc:spChg chg="mod">
          <ac:chgData name="Ashley Wills" userId="7064ed61-d96b-423e-9d86-70187f743106" providerId="ADAL" clId="{3DEA7356-F395-4AF6-B86F-78290E70EE0B}" dt="2024-09-09T09:18:28.927" v="41" actId="208"/>
          <ac:spMkLst>
            <pc:docMk/>
            <pc:sldMk cId="2248609925" sldId="256"/>
            <ac:spMk id="13" creationId="{B89A53EA-4AE4-A055-4BAF-114A35D6C989}"/>
          </ac:spMkLst>
        </pc:spChg>
        <pc:spChg chg="mod">
          <ac:chgData name="Ashley Wills" userId="7064ed61-d96b-423e-9d86-70187f743106" providerId="ADAL" clId="{3DEA7356-F395-4AF6-B86F-78290E70EE0B}" dt="2024-09-09T09:18:28.927" v="41" actId="208"/>
          <ac:spMkLst>
            <pc:docMk/>
            <pc:sldMk cId="2248609925" sldId="256"/>
            <ac:spMk id="21" creationId="{594644E8-A6D8-36DA-4C2D-9AB1CFEEB764}"/>
          </ac:spMkLst>
        </pc:spChg>
        <pc:spChg chg="mod">
          <ac:chgData name="Ashley Wills" userId="7064ed61-d96b-423e-9d86-70187f743106" providerId="ADAL" clId="{3DEA7356-F395-4AF6-B86F-78290E70EE0B}" dt="2024-09-09T09:18:28.927" v="41" actId="208"/>
          <ac:spMkLst>
            <pc:docMk/>
            <pc:sldMk cId="2248609925" sldId="256"/>
            <ac:spMk id="22" creationId="{16905994-0E42-6CAB-2270-98574B6D9685}"/>
          </ac:spMkLst>
        </pc:spChg>
        <pc:spChg chg="mod">
          <ac:chgData name="Ashley Wills" userId="7064ed61-d96b-423e-9d86-70187f743106" providerId="ADAL" clId="{3DEA7356-F395-4AF6-B86F-78290E70EE0B}" dt="2024-09-09T09:18:28.927" v="41" actId="208"/>
          <ac:spMkLst>
            <pc:docMk/>
            <pc:sldMk cId="2248609925" sldId="256"/>
            <ac:spMk id="24" creationId="{0D0078D9-D4D3-AFB4-4602-B5A914672C03}"/>
          </ac:spMkLst>
        </pc:spChg>
        <pc:spChg chg="mod">
          <ac:chgData name="Ashley Wills" userId="7064ed61-d96b-423e-9d86-70187f743106" providerId="ADAL" clId="{3DEA7356-F395-4AF6-B86F-78290E70EE0B}" dt="2024-09-09T09:18:28.927" v="41" actId="208"/>
          <ac:spMkLst>
            <pc:docMk/>
            <pc:sldMk cId="2248609925" sldId="256"/>
            <ac:spMk id="25" creationId="{B043B2DF-72EF-0EF2-68FF-DFF9AD8C3A32}"/>
          </ac:spMkLst>
        </pc:spChg>
        <pc:spChg chg="mod">
          <ac:chgData name="Ashley Wills" userId="7064ed61-d96b-423e-9d86-70187f743106" providerId="ADAL" clId="{3DEA7356-F395-4AF6-B86F-78290E70EE0B}" dt="2024-09-09T09:18:28.927" v="41" actId="208"/>
          <ac:spMkLst>
            <pc:docMk/>
            <pc:sldMk cId="2248609925" sldId="256"/>
            <ac:spMk id="28" creationId="{A8977467-0E86-E2AA-C914-4E305E07D04A}"/>
          </ac:spMkLst>
        </pc:spChg>
        <pc:spChg chg="mod">
          <ac:chgData name="Ashley Wills" userId="7064ed61-d96b-423e-9d86-70187f743106" providerId="ADAL" clId="{3DEA7356-F395-4AF6-B86F-78290E70EE0B}" dt="2024-09-09T09:18:28.927" v="41" actId="208"/>
          <ac:spMkLst>
            <pc:docMk/>
            <pc:sldMk cId="2248609925" sldId="256"/>
            <ac:spMk id="29" creationId="{5A07C646-1612-41FC-BBD2-B0D57999D3EE}"/>
          </ac:spMkLst>
        </pc:spChg>
        <pc:graphicFrameChg chg="mod">
          <ac:chgData name="Ashley Wills" userId="7064ed61-d96b-423e-9d86-70187f743106" providerId="ADAL" clId="{3DEA7356-F395-4AF6-B86F-78290E70EE0B}" dt="2024-09-09T09:16:43.042" v="35"/>
          <ac:graphicFrameMkLst>
            <pc:docMk/>
            <pc:sldMk cId="2248609925" sldId="256"/>
            <ac:graphicFrameMk id="4" creationId="{F90F6125-6DD5-C124-0621-3B1D574AC45D}"/>
          </ac:graphicFrameMkLst>
        </pc:graphicFrameChg>
      </pc:sldChg>
      <pc:sldChg chg="del">
        <pc:chgData name="Ashley Wills" userId="7064ed61-d96b-423e-9d86-70187f743106" providerId="ADAL" clId="{3DEA7356-F395-4AF6-B86F-78290E70EE0B}" dt="2024-09-09T09:10:26.044" v="14" actId="47"/>
        <pc:sldMkLst>
          <pc:docMk/>
          <pc:sldMk cId="1748189500" sldId="265"/>
        </pc:sldMkLst>
      </pc:sldChg>
      <pc:sldChg chg="new">
        <pc:chgData name="Ashley Wills" userId="7064ed61-d96b-423e-9d86-70187f743106" providerId="ADAL" clId="{3DEA7356-F395-4AF6-B86F-78290E70EE0B}" dt="2024-09-09T09:10:35.584" v="15" actId="680"/>
        <pc:sldMkLst>
          <pc:docMk/>
          <pc:sldMk cId="3552966270" sldId="276"/>
        </pc:sldMkLst>
      </pc:sldChg>
      <pc:sldMasterChg chg="mod modSldLayout">
        <pc:chgData name="Ashley Wills" userId="7064ed61-d96b-423e-9d86-70187f743106" providerId="ADAL" clId="{3DEA7356-F395-4AF6-B86F-78290E70EE0B}" dt="2024-09-09T16:53:09.698" v="44" actId="6014"/>
        <pc:sldMasterMkLst>
          <pc:docMk/>
          <pc:sldMasterMk cId="2694733673" sldId="2147484519"/>
        </pc:sldMasterMkLst>
        <pc:sldLayoutChg chg="addSp delSp modSp mod">
          <pc:chgData name="Ashley Wills" userId="7064ed61-d96b-423e-9d86-70187f743106" providerId="ADAL" clId="{3DEA7356-F395-4AF6-B86F-78290E70EE0B}" dt="2024-09-09T09:09:53.409" v="13"/>
          <pc:sldLayoutMkLst>
            <pc:docMk/>
            <pc:sldMasterMk cId="2694733673" sldId="2147484519"/>
            <pc:sldLayoutMk cId="3022566066" sldId="2147484604"/>
          </pc:sldLayoutMkLst>
          <pc:spChg chg="del">
            <ac:chgData name="Ashley Wills" userId="7064ed61-d96b-423e-9d86-70187f743106" providerId="ADAL" clId="{3DEA7356-F395-4AF6-B86F-78290E70EE0B}" dt="2024-09-09T09:09:52.789" v="12" actId="478"/>
            <ac:spMkLst>
              <pc:docMk/>
              <pc:sldMasterMk cId="2694733673" sldId="2147484519"/>
              <pc:sldLayoutMk cId="3022566066" sldId="2147484604"/>
              <ac:spMk id="3" creationId="{C0A895B3-9708-511F-1E0B-CC825F8783F5}"/>
            </ac:spMkLst>
          </pc:spChg>
          <pc:spChg chg="add mod">
            <ac:chgData name="Ashley Wills" userId="7064ed61-d96b-423e-9d86-70187f743106" providerId="ADAL" clId="{3DEA7356-F395-4AF6-B86F-78290E70EE0B}" dt="2024-09-09T09:09:53.409" v="13"/>
            <ac:spMkLst>
              <pc:docMk/>
              <pc:sldMasterMk cId="2694733673" sldId="2147484519"/>
              <pc:sldLayoutMk cId="3022566066" sldId="2147484604"/>
              <ac:spMk id="5" creationId="{8EC6255D-E2BF-D82D-4737-34DCF164720F}"/>
            </ac:spMkLst>
          </pc:spChg>
        </pc:sldLayoutChg>
        <pc:sldLayoutChg chg="modSp mod">
          <pc:chgData name="Ashley Wills" userId="7064ed61-d96b-423e-9d86-70187f743106" providerId="ADAL" clId="{3DEA7356-F395-4AF6-B86F-78290E70EE0B}" dt="2024-09-09T09:13:38.362" v="23" actId="20577"/>
          <pc:sldLayoutMkLst>
            <pc:docMk/>
            <pc:sldMasterMk cId="2694733673" sldId="2147484519"/>
            <pc:sldLayoutMk cId="1232240658" sldId="2147484606"/>
          </pc:sldLayoutMkLst>
          <pc:spChg chg="mod">
            <ac:chgData name="Ashley Wills" userId="7064ed61-d96b-423e-9d86-70187f743106" providerId="ADAL" clId="{3DEA7356-F395-4AF6-B86F-78290E70EE0B}" dt="2024-09-09T09:13:38.362" v="23" actId="20577"/>
            <ac:spMkLst>
              <pc:docMk/>
              <pc:sldMasterMk cId="2694733673" sldId="2147484519"/>
              <pc:sldLayoutMk cId="1232240658" sldId="2147484606"/>
              <ac:spMk id="4" creationId="{DEE129CF-49F9-FED9-5EB2-169068597CFA}"/>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7664AB-6B56-5A51-5782-6CD96546396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D0E8655-5C93-0FB5-6217-0DD98521E3A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D876656-E362-4667-BD30-1625142DACDF}" type="datetimeFigureOut">
              <a:rPr lang="en-US" smtClean="0"/>
              <a:t>1/20/2026</a:t>
            </a:fld>
            <a:endParaRPr lang="en-US"/>
          </a:p>
        </p:txBody>
      </p:sp>
      <p:sp>
        <p:nvSpPr>
          <p:cNvPr id="4" name="Footer Placeholder 3">
            <a:extLst>
              <a:ext uri="{FF2B5EF4-FFF2-40B4-BE49-F238E27FC236}">
                <a16:creationId xmlns:a16="http://schemas.microsoft.com/office/drawing/2014/main" id="{96F0B9AF-2F1B-234F-4C39-A96FFE9BE6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1436200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0A62E2-8B59-4ED2-8DB3-2B130A572C68}" type="datetimeFigureOut">
              <a:rPr lang="en-US" smtClean="0"/>
              <a:t>1/20/2026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36EF7C-DD56-4BCB-8D3F-2654856B392E}" type="slidenum">
              <a:rPr lang="en-US" smtClean="0"/>
              <a:t>‹#›</a:t>
            </a:fld>
            <a:endParaRPr lang="en-US"/>
          </a:p>
        </p:txBody>
      </p:sp>
    </p:spTree>
    <p:extLst>
      <p:ext uri="{BB962C8B-B14F-4D97-AF65-F5344CB8AC3E}">
        <p14:creationId xmlns:p14="http://schemas.microsoft.com/office/powerpoint/2010/main" val="12604476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remove this slide. The script depends on the number of slides in this deck.</a:t>
            </a:r>
          </a:p>
        </p:txBody>
      </p:sp>
      <p:sp>
        <p:nvSpPr>
          <p:cNvPr id="4" name="Slide Number Placeholder 3"/>
          <p:cNvSpPr>
            <a:spLocks noGrp="1"/>
          </p:cNvSpPr>
          <p:nvPr>
            <p:ph type="sldNum" sz="quarter" idx="5"/>
          </p:nvPr>
        </p:nvSpPr>
        <p:spPr/>
        <p:txBody>
          <a:bodyPr/>
          <a:lstStyle/>
          <a:p>
            <a:fld id="{9E36EF7C-DD56-4BCB-8D3F-2654856B392E}" type="slidenum">
              <a:rPr lang="en-US" smtClean="0"/>
              <a:t>1</a:t>
            </a:fld>
            <a:endParaRPr lang="en-US"/>
          </a:p>
        </p:txBody>
      </p:sp>
    </p:spTree>
    <p:extLst>
      <p:ext uri="{BB962C8B-B14F-4D97-AF65-F5344CB8AC3E}">
        <p14:creationId xmlns:p14="http://schemas.microsoft.com/office/powerpoint/2010/main" val="30148114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remove this slide. The script depends on the number of slides in this deck.</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1/20/2026 2:56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a:t>
            </a:fld>
            <a:endParaRPr lang="en-US"/>
          </a:p>
        </p:txBody>
      </p:sp>
    </p:spTree>
    <p:extLst>
      <p:ext uri="{BB962C8B-B14F-4D97-AF65-F5344CB8AC3E}">
        <p14:creationId xmlns:p14="http://schemas.microsoft.com/office/powerpoint/2010/main" val="3250620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47D38-5F5D-4486-2F96-99DFAA9C01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630569-D53F-3FC8-1CA2-9DCB130B4F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939042-75D0-98D7-58DA-E0977AC4DCF4}"/>
              </a:ext>
            </a:extLst>
          </p:cNvPr>
          <p:cNvSpPr>
            <a:spLocks noGrp="1"/>
          </p:cNvSpPr>
          <p:nvPr>
            <p:ph type="body" idx="1"/>
          </p:nvPr>
        </p:nvSpPr>
        <p:spPr/>
        <p:txBody>
          <a:bodyPr/>
          <a:lstStyle/>
          <a:p>
            <a:r>
              <a:rPr lang="en-US" dirty="0"/>
              <a:t>Don’t change or remove any placeholder fields</a:t>
            </a:r>
          </a:p>
        </p:txBody>
      </p:sp>
      <p:sp>
        <p:nvSpPr>
          <p:cNvPr id="4" name="Slide Number Placeholder 3">
            <a:extLst>
              <a:ext uri="{FF2B5EF4-FFF2-40B4-BE49-F238E27FC236}">
                <a16:creationId xmlns:a16="http://schemas.microsoft.com/office/drawing/2014/main" id="{481E2273-99BA-E105-A6B3-9F8453E2F445}"/>
              </a:ext>
            </a:extLst>
          </p:cNvPr>
          <p:cNvSpPr>
            <a:spLocks noGrp="1"/>
          </p:cNvSpPr>
          <p:nvPr>
            <p:ph type="sldNum" sz="quarter" idx="5"/>
          </p:nvPr>
        </p:nvSpPr>
        <p:spPr/>
        <p:txBody>
          <a:bodyPr/>
          <a:lstStyle/>
          <a:p>
            <a:fld id="{9E36EF7C-DD56-4BCB-8D3F-2654856B392E}" type="slidenum">
              <a:rPr lang="en-US" smtClean="0"/>
              <a:t>3</a:t>
            </a:fld>
            <a:endParaRPr lang="en-US"/>
          </a:p>
        </p:txBody>
      </p:sp>
    </p:spTree>
    <p:extLst>
      <p:ext uri="{BB962C8B-B14F-4D97-AF65-F5344CB8AC3E}">
        <p14:creationId xmlns:p14="http://schemas.microsoft.com/office/powerpoint/2010/main" val="36868393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Don’t change or remove any placeholder fields</a:t>
            </a:r>
          </a:p>
          <a:p>
            <a:r>
              <a:rPr lang="en-US" dirty="0"/>
              <a:t>Please do not delete or change the position of any shapes, including hidden ones. The reporting script </a:t>
            </a:r>
            <a:r>
              <a:rPr lang="en-US" sz="1200" kern="1200" dirty="0">
                <a:solidFill>
                  <a:schemeClr val="tx1"/>
                </a:solidFill>
                <a:latin typeface="+mn-lt"/>
                <a:ea typeface="+mn-ea"/>
                <a:cs typeface="+mn-cs"/>
              </a:rPr>
              <a:t>GenerateAssessmentReport.ps1</a:t>
            </a:r>
            <a:r>
              <a:rPr lang="en-US" dirty="0"/>
              <a:t> depends on the shapes’ index positions.</a:t>
            </a:r>
          </a:p>
        </p:txBody>
      </p:sp>
      <p:sp>
        <p:nvSpPr>
          <p:cNvPr id="4" name="Slide Number Placeholder 3"/>
          <p:cNvSpPr>
            <a:spLocks noGrp="1"/>
          </p:cNvSpPr>
          <p:nvPr>
            <p:ph type="sldNum" sz="quarter" idx="5"/>
          </p:nvPr>
        </p:nvSpPr>
        <p:spPr/>
        <p:txBody>
          <a:bodyPr/>
          <a:lstStyle/>
          <a:p>
            <a:fld id="{CCFBA584-7682-4988-AC61-4D0C33719A40}" type="slidenum">
              <a:rPr lang="en-US" smtClean="0"/>
              <a:t>4</a:t>
            </a:fld>
            <a:endParaRPr lang="en-US"/>
          </a:p>
        </p:txBody>
      </p:sp>
    </p:spTree>
    <p:extLst>
      <p:ext uri="{BB962C8B-B14F-4D97-AF65-F5344CB8AC3E}">
        <p14:creationId xmlns:p14="http://schemas.microsoft.com/office/powerpoint/2010/main" val="38484304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Please do not delete or change the position of any shapes, including hidden ones. The reporting script </a:t>
            </a:r>
            <a:r>
              <a:rPr lang="en-US" sz="1200" kern="1200" dirty="0">
                <a:solidFill>
                  <a:schemeClr val="tx1"/>
                </a:solidFill>
                <a:latin typeface="+mn-lt"/>
                <a:ea typeface="+mn-ea"/>
                <a:cs typeface="+mn-cs"/>
              </a:rPr>
              <a:t>GenerateAssessmentReport.ps1</a:t>
            </a:r>
            <a:r>
              <a:rPr lang="en-US" dirty="0"/>
              <a:t> depends on the shapes’ index positions.</a:t>
            </a:r>
          </a:p>
        </p:txBody>
      </p:sp>
      <p:sp>
        <p:nvSpPr>
          <p:cNvPr id="4" name="Slide Number Placeholder 3"/>
          <p:cNvSpPr>
            <a:spLocks noGrp="1"/>
          </p:cNvSpPr>
          <p:nvPr>
            <p:ph type="sldNum" sz="quarter" idx="5"/>
          </p:nvPr>
        </p:nvSpPr>
        <p:spPr/>
        <p:txBody>
          <a:bodyPr/>
          <a:lstStyle/>
          <a:p>
            <a:fld id="{CCFBA584-7682-4988-AC61-4D0C33719A40}" type="slidenum">
              <a:rPr lang="en-US" smtClean="0"/>
              <a:t>5</a:t>
            </a:fld>
            <a:endParaRPr lang="en-US"/>
          </a:p>
        </p:txBody>
      </p:sp>
    </p:spTree>
    <p:extLst>
      <p:ext uri="{BB962C8B-B14F-4D97-AF65-F5344CB8AC3E}">
        <p14:creationId xmlns:p14="http://schemas.microsoft.com/office/powerpoint/2010/main" val="34134930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losing">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85BCEFB8-B53B-B9F8-6D96-DF57749505CC}"/>
              </a:ext>
            </a:extLst>
          </p:cNvPr>
          <p:cNvSpPr/>
          <p:nvPr userDrawn="1"/>
        </p:nvSpPr>
        <p:spPr bwMode="auto">
          <a:xfrm>
            <a:off x="311231" y="6190378"/>
            <a:ext cx="2610678" cy="327009"/>
          </a:xfrm>
          <a:prstGeom prst="rect">
            <a:avLst/>
          </a:prstGeom>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solidFill>
                  <a:schemeClr val="tx1"/>
                </a:solidFill>
                <a:cs typeface="Segoe UI" pitchFamily="34" charset="0"/>
              </a:rPr>
              <a:t>© Copyright Microsoft Corporation. All rights reserved. </a:t>
            </a:r>
          </a:p>
        </p:txBody>
      </p:sp>
      <p:sp>
        <p:nvSpPr>
          <p:cNvPr id="6" name="TextBox 5">
            <a:extLst>
              <a:ext uri="{FF2B5EF4-FFF2-40B4-BE49-F238E27FC236}">
                <a16:creationId xmlns:a16="http://schemas.microsoft.com/office/drawing/2014/main" id="{6EE4000F-4DAD-2E91-520B-DB87B7218904}"/>
              </a:ext>
            </a:extLst>
          </p:cNvPr>
          <p:cNvSpPr txBox="1"/>
          <p:nvPr userDrawn="1"/>
        </p:nvSpPr>
        <p:spPr>
          <a:xfrm>
            <a:off x="584199" y="2875002"/>
            <a:ext cx="3956269" cy="553998"/>
          </a:xfrm>
          <a:prstGeom prst="rect">
            <a:avLst/>
          </a:prstGeom>
          <a:noFill/>
        </p:spPr>
        <p:txBody>
          <a:bodyPr wrap="square" lIns="0" tIns="0" rIns="0" bIns="0" rtlCol="0">
            <a:spAutoFit/>
          </a:bodyPr>
          <a:lstStyle/>
          <a:p>
            <a:pPr algn="l"/>
            <a:r>
              <a:rPr lang="en-US" sz="3600" dirty="0">
                <a:solidFill>
                  <a:schemeClr val="tx1"/>
                </a:solidFill>
                <a:latin typeface="+mj-lt"/>
              </a:rPr>
              <a:t>Thank you</a:t>
            </a:r>
            <a:endParaRPr lang="en-GB" sz="3600" dirty="0">
              <a:solidFill>
                <a:schemeClr val="tx1"/>
              </a:solidFill>
              <a:latin typeface="+mj-lt"/>
            </a:endParaRPr>
          </a:p>
        </p:txBody>
      </p:sp>
      <p:pic>
        <p:nvPicPr>
          <p:cNvPr id="7" name="Picture 6">
            <a:extLst>
              <a:ext uri="{FF2B5EF4-FFF2-40B4-BE49-F238E27FC236}">
                <a16:creationId xmlns:a16="http://schemas.microsoft.com/office/drawing/2014/main" id="{53259E36-0452-BAFB-E391-923EE56C80BE}"/>
              </a:ext>
            </a:extLst>
          </p:cNvPr>
          <p:cNvPicPr>
            <a:picLocks noChangeAspect="1"/>
          </p:cNvPicPr>
          <p:nvPr userDrawn="1"/>
        </p:nvPicPr>
        <p:blipFill>
          <a:blip r:embed="rId2"/>
          <a:stretch>
            <a:fillRect/>
          </a:stretch>
        </p:blipFill>
        <p:spPr>
          <a:xfrm>
            <a:off x="582043" y="585788"/>
            <a:ext cx="2308795" cy="294139"/>
          </a:xfrm>
          <a:prstGeom prst="rect">
            <a:avLst/>
          </a:prstGeom>
        </p:spPr>
      </p:pic>
    </p:spTree>
    <p:extLst>
      <p:ext uri="{BB962C8B-B14F-4D97-AF65-F5344CB8AC3E}">
        <p14:creationId xmlns:p14="http://schemas.microsoft.com/office/powerpoint/2010/main" val="250227716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sp useBgFill="1">
        <p:nvSpPr>
          <p:cNvPr id="4" name="Rectangle 3">
            <a:extLst>
              <a:ext uri="{FF2B5EF4-FFF2-40B4-BE49-F238E27FC236}">
                <a16:creationId xmlns:a16="http://schemas.microsoft.com/office/drawing/2014/main" id="{8ED525D8-3CB5-314A-BB68-7F7260C4AC51}"/>
              </a:ext>
            </a:extLst>
          </p:cNvPr>
          <p:cNvSpPr/>
          <p:nvPr userDrawn="1"/>
        </p:nvSpPr>
        <p:spPr bwMode="auto">
          <a:xfrm>
            <a:off x="563384" y="6168242"/>
            <a:ext cx="2063187" cy="328902"/>
          </a:xfrm>
          <a:prstGeom prst="rect">
            <a:avLst/>
          </a:prstGeom>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6" name="Picture 5" descr="Icon&#10;&#10;Description automatically generated">
            <a:extLst>
              <a:ext uri="{FF2B5EF4-FFF2-40B4-BE49-F238E27FC236}">
                <a16:creationId xmlns:a16="http://schemas.microsoft.com/office/drawing/2014/main" id="{96FEC208-996A-DE01-0621-715B6BB90DF3}"/>
              </a:ext>
            </a:extLst>
          </p:cNvPr>
          <p:cNvPicPr>
            <a:picLocks noChangeAspect="1"/>
          </p:cNvPicPr>
          <p:nvPr userDrawn="1"/>
        </p:nvPicPr>
        <p:blipFill>
          <a:blip r:embed="rId2"/>
          <a:stretch>
            <a:fillRect/>
          </a:stretch>
        </p:blipFill>
        <p:spPr bwMode="invGray">
          <a:xfrm>
            <a:off x="7673009" y="2750571"/>
            <a:ext cx="4518990" cy="4120681"/>
          </a:xfrm>
          <a:prstGeom prst="rect">
            <a:avLst/>
          </a:prstGeom>
        </p:spPr>
      </p:pic>
      <p:pic>
        <p:nvPicPr>
          <p:cNvPr id="7" name="Picture 6">
            <a:extLst>
              <a:ext uri="{FF2B5EF4-FFF2-40B4-BE49-F238E27FC236}">
                <a16:creationId xmlns:a16="http://schemas.microsoft.com/office/drawing/2014/main" id="{217BB480-00B9-2941-C9AB-6E1EAB95EFA4}"/>
              </a:ext>
            </a:extLst>
          </p:cNvPr>
          <p:cNvPicPr>
            <a:picLocks noChangeAspect="1"/>
          </p:cNvPicPr>
          <p:nvPr userDrawn="1"/>
        </p:nvPicPr>
        <p:blipFill>
          <a:blip r:embed="rId3"/>
          <a:stretch>
            <a:fillRect/>
          </a:stretch>
        </p:blipFill>
        <p:spPr>
          <a:xfrm>
            <a:off x="582043" y="585788"/>
            <a:ext cx="2308795" cy="294139"/>
          </a:xfrm>
          <a:prstGeom prst="rect">
            <a:avLst/>
          </a:prstGeom>
        </p:spPr>
      </p:pic>
    </p:spTree>
    <p:extLst>
      <p:ext uri="{BB962C8B-B14F-4D97-AF65-F5344CB8AC3E}">
        <p14:creationId xmlns:p14="http://schemas.microsoft.com/office/powerpoint/2010/main" val="336141437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42" presetClass="path" presetSubtype="0" decel="100000" fill="hold" nodeType="withEffect">
                                  <p:stCondLst>
                                    <p:cond delay="0"/>
                                  </p:stCondLst>
                                  <p:childTnLst>
                                    <p:animMotion origin="layout" path="M -1.45833E-6 1.11111E-6 L -1.45833E-6 0.03542 " pathEditMode="relative" rAng="0" ptsTypes="AA">
                                      <p:cBhvr>
                                        <p:cTn id="9" dur="700" spd="-100000" fill="hold"/>
                                        <p:tgtEl>
                                          <p:spTgt spid="6"/>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Hidden Instructions">
    <p:bg>
      <p:bgPr>
        <a:solidFill>
          <a:schemeClr val="tx1"/>
        </a:solidFill>
        <a:effectLst/>
      </p:bgPr>
    </p:bg>
    <p:spTree>
      <p:nvGrpSpPr>
        <p:cNvPr id="1" name=""/>
        <p:cNvGrpSpPr/>
        <p:nvPr/>
      </p:nvGrpSpPr>
      <p:grpSpPr>
        <a:xfrm>
          <a:off x="0" y="0"/>
          <a:ext cx="0" cy="0"/>
          <a:chOff x="0" y="0"/>
          <a:chExt cx="0" cy="0"/>
        </a:xfrm>
      </p:grpSpPr>
      <p:sp>
        <p:nvSpPr>
          <p:cNvPr id="5" name="TextBox 4"/>
          <p:cNvSpPr txBox="1"/>
          <p:nvPr userDrawn="1"/>
        </p:nvSpPr>
        <p:spPr>
          <a:xfrm>
            <a:off x="264029" y="6495393"/>
            <a:ext cx="1011495" cy="215444"/>
          </a:xfrm>
          <a:prstGeom prst="rect">
            <a:avLst/>
          </a:prstGeom>
          <a:noFill/>
        </p:spPr>
        <p:txBody>
          <a:bodyPr wrap="none" lIns="0" tIns="0" rIns="0" bIns="0" rtlCol="0">
            <a:spAutoFit/>
          </a:bodyPr>
          <a:lstStyle/>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pitchFamily="34" charset="0"/>
                <a:ea typeface="+mn-ea"/>
                <a:cs typeface="+mn-cs"/>
              </a:rPr>
              <a:t>Hidden Slide</a:t>
            </a:r>
          </a:p>
        </p:txBody>
      </p:sp>
      <p:sp>
        <p:nvSpPr>
          <p:cNvPr id="4" name="Text Placeholder 6">
            <a:extLst>
              <a:ext uri="{FF2B5EF4-FFF2-40B4-BE49-F238E27FC236}">
                <a16:creationId xmlns:a16="http://schemas.microsoft.com/office/drawing/2014/main" id="{7995784B-C45B-48E8-9092-07A1A9AE2C9C}"/>
              </a:ext>
            </a:extLst>
          </p:cNvPr>
          <p:cNvSpPr>
            <a:spLocks noGrp="1"/>
          </p:cNvSpPr>
          <p:nvPr>
            <p:ph type="body" sz="quarter" idx="11"/>
          </p:nvPr>
        </p:nvSpPr>
        <p:spPr>
          <a:xfrm>
            <a:off x="588263" y="1435502"/>
            <a:ext cx="10897148" cy="4097131"/>
          </a:xfrm>
          <a:prstGeom prst="rect">
            <a:avLst/>
          </a:prstGeom>
        </p:spPr>
        <p:txBody>
          <a:bodyPr anchor="t">
            <a:noAutofit/>
          </a:bodyPr>
          <a:lstStyle>
            <a:lvl1pPr marL="285640" indent="-285640">
              <a:spcBef>
                <a:spcPts val="588"/>
              </a:spcBef>
              <a:buClr>
                <a:schemeClr val="bg1"/>
              </a:buClr>
              <a:buFont typeface="Wingdings" panose="05000000000000000000" pitchFamily="2" charset="2"/>
              <a:buChar char="§"/>
              <a:defRPr lang="en-US" sz="1800" b="0" kern="1200" cap="none" baseline="0" dirty="0">
                <a:solidFill>
                  <a:schemeClr val="bg1"/>
                </a:solidFill>
                <a:latin typeface="Segoe UI" panose="020B0502040204020203" pitchFamily="34" charset="0"/>
                <a:ea typeface="+mj-ea"/>
                <a:cs typeface="Segoe UI" panose="020B0502040204020203"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endParaRPr lang="en-GB"/>
          </a:p>
        </p:txBody>
      </p:sp>
      <p:sp>
        <p:nvSpPr>
          <p:cNvPr id="6" name="Title 6">
            <a:extLst>
              <a:ext uri="{FF2B5EF4-FFF2-40B4-BE49-F238E27FC236}">
                <a16:creationId xmlns:a16="http://schemas.microsoft.com/office/drawing/2014/main" id="{6CC253E6-8ADB-485A-AC0B-BEF24D70C817}"/>
              </a:ext>
            </a:extLst>
          </p:cNvPr>
          <p:cNvSpPr>
            <a:spLocks noGrp="1"/>
          </p:cNvSpPr>
          <p:nvPr>
            <p:ph type="title" hasCustomPrompt="1"/>
          </p:nvPr>
        </p:nvSpPr>
        <p:spPr>
          <a:xfrm>
            <a:off x="588263" y="457200"/>
            <a:ext cx="11018520" cy="553998"/>
          </a:xfrm>
        </p:spPr>
        <p:txBody>
          <a:bodyPr/>
          <a:lstStyle>
            <a:lvl1pPr>
              <a:defRPr>
                <a:solidFill>
                  <a:schemeClr val="bg1"/>
                </a:solidFill>
              </a:defRPr>
            </a:lvl1pPr>
          </a:lstStyle>
          <a:p>
            <a:r>
              <a:rPr lang="en-US"/>
              <a:t>Click to insert title</a:t>
            </a:r>
          </a:p>
        </p:txBody>
      </p:sp>
    </p:spTree>
    <p:extLst>
      <p:ext uri="{BB962C8B-B14F-4D97-AF65-F5344CB8AC3E}">
        <p14:creationId xmlns:p14="http://schemas.microsoft.com/office/powerpoint/2010/main" val="3445149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C4A51-174E-403D-BDFA-FAEDB911D97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F3D310-5580-49DD-AAAF-69177A3340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821256-EB7D-4235-AF60-E18AA7BEEC4D}"/>
              </a:ext>
            </a:extLst>
          </p:cNvPr>
          <p:cNvSpPr>
            <a:spLocks noGrp="1"/>
          </p:cNvSpPr>
          <p:nvPr>
            <p:ph type="dt" sz="half" idx="10"/>
          </p:nvPr>
        </p:nvSpPr>
        <p:spPr/>
        <p:txBody>
          <a:bodyPr/>
          <a:lstStyle/>
          <a:p>
            <a:fld id="{329C081E-9B66-4AF8-A649-B70F0DB58386}" type="datetimeFigureOut">
              <a:rPr lang="en-US" smtClean="0"/>
              <a:t>1/20/2026</a:t>
            </a:fld>
            <a:endParaRPr lang="en-US"/>
          </a:p>
        </p:txBody>
      </p:sp>
      <p:sp>
        <p:nvSpPr>
          <p:cNvPr id="5" name="Footer Placeholder 4">
            <a:extLst>
              <a:ext uri="{FF2B5EF4-FFF2-40B4-BE49-F238E27FC236}">
                <a16:creationId xmlns:a16="http://schemas.microsoft.com/office/drawing/2014/main" id="{B1FD687B-0407-4670-8932-B6387777F1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1E71D3-B9E2-41F2-B0ED-CB3868051DE6}"/>
              </a:ext>
            </a:extLst>
          </p:cNvPr>
          <p:cNvSpPr>
            <a:spLocks noGrp="1"/>
          </p:cNvSpPr>
          <p:nvPr>
            <p:ph type="sldNum" sz="quarter" idx="12"/>
          </p:nvPr>
        </p:nvSpPr>
        <p:spPr/>
        <p:txBody>
          <a:bodyPr/>
          <a:lstStyle/>
          <a:p>
            <a:fld id="{32D656A0-9C83-4D20-9FEF-7ABAD3B2106F}" type="slidenum">
              <a:rPr lang="en-US" smtClean="0"/>
              <a:t>‹#›</a:t>
            </a:fld>
            <a:endParaRPr lang="en-US"/>
          </a:p>
        </p:txBody>
      </p:sp>
    </p:spTree>
    <p:extLst>
      <p:ext uri="{BB962C8B-B14F-4D97-AF65-F5344CB8AC3E}">
        <p14:creationId xmlns:p14="http://schemas.microsoft.com/office/powerpoint/2010/main" val="397204426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image" Target="../media/image1.emf"/><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dirty="0"/>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3"/>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2694733673"/>
      </p:ext>
    </p:extLst>
  </p:cSld>
  <p:clrMap bg1="lt1" tx1="dk1" bg2="lt2" tx2="dk2" accent1="accent1" accent2="accent2" accent3="accent3" accent4="accent4" accent5="accent5" accent6="accent6" hlink="hlink" folHlink="folHlink"/>
  <p:sldLayoutIdLst>
    <p:sldLayoutId id="2147484599" r:id="rId1"/>
  </p:sldLayoutIdLst>
  <p:transition>
    <p:fade/>
  </p:transition>
  <p:hf sldNum="0" hd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blackWhite">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dirty="0"/>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5"/>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588548874"/>
      </p:ext>
    </p:extLst>
  </p:cSld>
  <p:clrMap bg1="lt1" tx1="dk1" bg2="lt2" tx2="dk2" accent1="accent1" accent2="accent2" accent3="accent3" accent4="accent4" accent5="accent5" accent6="accent6" hlink="hlink" folHlink="folHlink"/>
  <p:sldLayoutIdLst>
    <p:sldLayoutId id="2147484611" r:id="rId1"/>
    <p:sldLayoutId id="2147484632" r:id="rId2"/>
    <p:sldLayoutId id="2147484633" r:id="rId3"/>
  </p:sldLayoutIdLst>
  <p:transition>
    <p:fade/>
  </p:transition>
  <p:hf sldNum="0" hd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7.jpg"/><Relationship Id="rId5" Type="http://schemas.openxmlformats.org/officeDocument/2006/relationships/image" Target="../media/image6.jpg"/><Relationship Id="rId4" Type="http://schemas.openxmlformats.org/officeDocument/2006/relationships/image" Target="../media/image5.bin"/></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B43533C-B590-3368-6C44-F6BC4097E83F}"/>
              </a:ext>
            </a:extLst>
          </p:cNvPr>
          <p:cNvSpPr txBox="1"/>
          <p:nvPr/>
        </p:nvSpPr>
        <p:spPr>
          <a:xfrm>
            <a:off x="392691" y="2640536"/>
            <a:ext cx="6754648" cy="2554545"/>
          </a:xfrm>
          <a:prstGeom prst="rect">
            <a:avLst/>
          </a:prstGeom>
          <a:noFill/>
        </p:spPr>
        <p:txBody>
          <a:bodyPr wrap="square" rtlCol="0">
            <a:spAutoFit/>
          </a:bodyPr>
          <a:lstStyle/>
          <a:p>
            <a:r>
              <a:rPr lang="en-US" sz="4000" spc="-147" dirty="0">
                <a:latin typeface="Segoe UI Semibold" panose="020B0702040204020203" pitchFamily="34" charset="0"/>
                <a:cs typeface="Segoe UI Semibold" panose="020B0702040204020203" pitchFamily="34" charset="0"/>
              </a:rPr>
              <a:t>GenAI Workload Security Assessment</a:t>
            </a:r>
          </a:p>
          <a:p>
            <a:endParaRPr lang="en-US" sz="4000" spc="-147" dirty="0">
              <a:latin typeface="Segoe UI Semibold" panose="020B0702040204020203" pitchFamily="34" charset="0"/>
              <a:cs typeface="Segoe UI Semibold" panose="020B0702040204020203" pitchFamily="34" charset="0"/>
            </a:endParaRPr>
          </a:p>
          <a:p>
            <a:r>
              <a:rPr lang="en-US" sz="4000" spc="-147" dirty="0">
                <a:latin typeface="Segoe UI Semibold" panose="020B0702040204020203" pitchFamily="34" charset="0"/>
                <a:cs typeface="Segoe UI Semibold" panose="020B0702040204020203" pitchFamily="34" charset="0"/>
              </a:rPr>
              <a:t>Template Deck</a:t>
            </a:r>
            <a:endParaRPr lang="en-US" sz="40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473853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7D6F3C9-B785-4B76-AAD9-87D60F679C63}"/>
              </a:ext>
            </a:extLst>
          </p:cNvPr>
          <p:cNvSpPr>
            <a:spLocks noGrp="1"/>
          </p:cNvSpPr>
          <p:nvPr>
            <p:ph type="title"/>
          </p:nvPr>
        </p:nvSpPr>
        <p:spPr/>
        <p:txBody>
          <a:bodyPr>
            <a:normAutofit/>
          </a:bodyPr>
          <a:lstStyle/>
          <a:p>
            <a:r>
              <a:rPr lang="en-US" dirty="0"/>
              <a:t>Scoring Explained</a:t>
            </a:r>
          </a:p>
        </p:txBody>
      </p:sp>
      <p:sp>
        <p:nvSpPr>
          <p:cNvPr id="5" name="Text Placeholder 4">
            <a:extLst>
              <a:ext uri="{FF2B5EF4-FFF2-40B4-BE49-F238E27FC236}">
                <a16:creationId xmlns:a16="http://schemas.microsoft.com/office/drawing/2014/main" id="{BF956A4A-D389-41EB-B1A7-BE3F7BCC42E3}"/>
              </a:ext>
            </a:extLst>
          </p:cNvPr>
          <p:cNvSpPr>
            <a:spLocks noGrp="1"/>
          </p:cNvSpPr>
          <p:nvPr>
            <p:ph type="body" sz="quarter" idx="11"/>
          </p:nvPr>
        </p:nvSpPr>
        <p:spPr>
          <a:xfrm>
            <a:off x="588262" y="1435503"/>
            <a:ext cx="11103343" cy="3637011"/>
          </a:xfrm>
        </p:spPr>
        <p:txBody>
          <a:bodyPr>
            <a:noAutofit/>
          </a:bodyPr>
          <a:lstStyle/>
          <a:p>
            <a:pPr marL="0" indent="0">
              <a:buNone/>
            </a:pPr>
            <a:r>
              <a:rPr lang="en-US" dirty="0"/>
              <a:t>The final report contains 2 types of scoring:</a:t>
            </a:r>
          </a:p>
          <a:p>
            <a:pPr marL="714485" lvl="2" indent="-342900">
              <a:buFont typeface="+mj-lt"/>
              <a:buAutoNum type="arabicPeriod"/>
            </a:pPr>
            <a:r>
              <a:rPr lang="en-US" sz="1400" b="1" dirty="0"/>
              <a:t>Capability score </a:t>
            </a:r>
            <a:r>
              <a:rPr lang="en-US" sz="1400" dirty="0"/>
              <a:t>= This represents the results obtained from the assessment experience and is generated by the website. </a:t>
            </a:r>
            <a:br>
              <a:rPr lang="en-US" sz="1400" dirty="0"/>
            </a:br>
            <a:r>
              <a:rPr lang="en-US" sz="1400" dirty="0"/>
              <a:t>This scoring is presented in the Executive Summary slide.</a:t>
            </a:r>
            <a:br>
              <a:rPr lang="en-US" sz="1400" dirty="0"/>
            </a:br>
            <a:endParaRPr lang="en-US" sz="1400" dirty="0"/>
          </a:p>
          <a:p>
            <a:pPr marL="714485" lvl="2" indent="-342900">
              <a:buFont typeface="+mj-lt"/>
              <a:buAutoNum type="arabicPeriod"/>
            </a:pPr>
            <a:r>
              <a:rPr lang="en-US" sz="1400" b="1" dirty="0"/>
              <a:t>Focus Area relative weight</a:t>
            </a:r>
            <a:r>
              <a:rPr lang="en-US" sz="1400" dirty="0"/>
              <a:t> = The average importance of recommendations for each domain is represented by a number. This number is calculated by the reporting script based on the weight listed in the weight column of the assessment CSV export and is displayed as the Focus Area relative weight number on each domain area slide.</a:t>
            </a:r>
            <a:br>
              <a:rPr lang="en-US" sz="1400" dirty="0"/>
            </a:br>
            <a:br>
              <a:rPr lang="en-US" sz="1400" dirty="0"/>
            </a:br>
            <a:r>
              <a:rPr lang="en-US" sz="1400" dirty="0"/>
              <a:t>Each recommendation is assigned a weight number (factor) that indicates its importance. You are at liberty to modify (increase or decrease) the weight factor based on the context and insights gathered during the assessment. </a:t>
            </a:r>
            <a:br>
              <a:rPr lang="en-US" sz="1400" dirty="0"/>
            </a:br>
            <a:br>
              <a:rPr lang="en-US" sz="1400" dirty="0"/>
            </a:br>
            <a:r>
              <a:rPr lang="en-US" sz="1400" dirty="0"/>
              <a:t>For example:</a:t>
            </a:r>
            <a:br>
              <a:rPr lang="en-US" sz="1400" dirty="0"/>
            </a:br>
            <a:r>
              <a:rPr lang="en-US" sz="1400" dirty="0"/>
              <a:t>If there is a recommendation with a weight of 70, but it is already being addressed to some extent (though not yet fully implemented), you can reduce the weight factor, because there may be other recommendations that are more important or relevant. This allows you to fine-tune the assessment results, enabling you to offer an adjusted or customized implementation plan, rather than relying solely on the generated results.</a:t>
            </a:r>
            <a:endParaRPr lang="en-US" sz="1600" dirty="0"/>
          </a:p>
        </p:txBody>
      </p:sp>
      <p:sp>
        <p:nvSpPr>
          <p:cNvPr id="3" name="TextBox 2">
            <a:extLst>
              <a:ext uri="{FF2B5EF4-FFF2-40B4-BE49-F238E27FC236}">
                <a16:creationId xmlns:a16="http://schemas.microsoft.com/office/drawing/2014/main" id="{8C856B72-A807-87F8-A4A4-A0808F69FD4E}"/>
              </a:ext>
            </a:extLst>
          </p:cNvPr>
          <p:cNvSpPr txBox="1"/>
          <p:nvPr/>
        </p:nvSpPr>
        <p:spPr>
          <a:xfrm>
            <a:off x="480834" y="5146144"/>
            <a:ext cx="11711166" cy="738664"/>
          </a:xfrm>
          <a:prstGeom prst="rect">
            <a:avLst/>
          </a:prstGeom>
          <a:noFill/>
        </p:spPr>
        <p:txBody>
          <a:bodyPr wrap="square">
            <a:spAutoFit/>
          </a:bodyPr>
          <a:lstStyle/>
          <a:p>
            <a:pPr marL="171560" lvl="1" indent="0">
              <a:buNone/>
            </a:pPr>
            <a:r>
              <a:rPr lang="en-US" sz="1400" dirty="0">
                <a:solidFill>
                  <a:srgbClr val="00B0F0"/>
                </a:solidFill>
              </a:rPr>
              <a:t>Capability Score: </a:t>
            </a:r>
            <a:r>
              <a:rPr lang="en-US" sz="1400" b="1" dirty="0">
                <a:solidFill>
                  <a:srgbClr val="00B0F0"/>
                </a:solidFill>
              </a:rPr>
              <a:t>The higher the score, the better the performance</a:t>
            </a:r>
            <a:r>
              <a:rPr lang="en-US" sz="1400" dirty="0">
                <a:solidFill>
                  <a:srgbClr val="00B0F0"/>
                </a:solidFill>
              </a:rPr>
              <a:t>.</a:t>
            </a:r>
          </a:p>
          <a:p>
            <a:pPr marL="171560" lvl="1" indent="0">
              <a:buNone/>
            </a:pPr>
            <a:r>
              <a:rPr lang="en-US" sz="1400" dirty="0">
                <a:solidFill>
                  <a:srgbClr val="00B0F0"/>
                </a:solidFill>
              </a:rPr>
              <a:t>Focus Relative Weight Number: </a:t>
            </a:r>
            <a:r>
              <a:rPr lang="en-US" sz="1400" b="1" dirty="0">
                <a:solidFill>
                  <a:srgbClr val="00B0F0"/>
                </a:solidFill>
              </a:rPr>
              <a:t>The lower, the better</a:t>
            </a:r>
            <a:r>
              <a:rPr lang="en-US" sz="1400" dirty="0">
                <a:solidFill>
                  <a:srgbClr val="00B0F0"/>
                </a:solidFill>
              </a:rPr>
              <a:t>. A higher number suggests that there are more significant recommendations for the specific domain area, indicating a greater need for important security recommendations to be implemented.</a:t>
            </a:r>
          </a:p>
        </p:txBody>
      </p:sp>
      <p:sp>
        <p:nvSpPr>
          <p:cNvPr id="2" name="TextBox 2">
            <a:extLst>
              <a:ext uri="{FF2B5EF4-FFF2-40B4-BE49-F238E27FC236}">
                <a16:creationId xmlns:a16="http://schemas.microsoft.com/office/drawing/2014/main" id="{6AEF0CDA-5E0E-F56F-1C33-CD781D740962}"/>
              </a:ext>
            </a:extLst>
          </p:cNvPr>
          <p:cNvSpPr txBox="1"/>
          <p:nvPr/>
        </p:nvSpPr>
        <p:spPr>
          <a:xfrm>
            <a:off x="8694057" y="207232"/>
            <a:ext cx="3221353" cy="193899"/>
          </a:xfrm>
          <a:prstGeom prst="rect">
            <a:avLst/>
          </a:prstGeom>
          <a:noFill/>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400" b="1" i="0" u="none" strike="noStrike" kern="1200" cap="none" spc="0" normalizeH="0" baseline="0" noProof="0" dirty="0">
                <a:ln>
                  <a:noFill/>
                </a:ln>
                <a:solidFill>
                  <a:srgbClr val="FF0000"/>
                </a:solidFill>
                <a:effectLst/>
                <a:uLnTx/>
                <a:uFillTx/>
                <a:latin typeface="Segoe UI"/>
                <a:ea typeface="+mn-ea"/>
                <a:cs typeface="+mn-cs"/>
              </a:rPr>
              <a:t>HIDDEN SLIDE FOR CSA ONLY</a:t>
            </a:r>
          </a:p>
        </p:txBody>
      </p:sp>
    </p:spTree>
    <p:extLst>
      <p:ext uri="{BB962C8B-B14F-4D97-AF65-F5344CB8AC3E}">
        <p14:creationId xmlns:p14="http://schemas.microsoft.com/office/powerpoint/2010/main" val="3444378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D5505-F0C3-7DE4-3ACC-F0AE66E9AEE5}"/>
            </a:ext>
          </a:extLst>
        </p:cNvPr>
        <p:cNvGrpSpPr/>
        <p:nvPr/>
      </p:nvGrpSpPr>
      <p:grpSpPr>
        <a:xfrm>
          <a:off x="0" y="0"/>
          <a:ext cx="0" cy="0"/>
          <a:chOff x="0" y="0"/>
          <a:chExt cx="0" cy="0"/>
        </a:xfrm>
      </p:grpSpPr>
      <p:sp>
        <p:nvSpPr>
          <p:cNvPr id="5" name="NotUsed">
            <a:extLst>
              <a:ext uri="{FF2B5EF4-FFF2-40B4-BE49-F238E27FC236}">
                <a16:creationId xmlns:a16="http://schemas.microsoft.com/office/drawing/2014/main" id="{068D53DE-47D7-8DA9-3C09-438BFE1E4D98}"/>
              </a:ext>
            </a:extLst>
          </p:cNvPr>
          <p:cNvSpPr txBox="1"/>
          <p:nvPr/>
        </p:nvSpPr>
        <p:spPr>
          <a:xfrm>
            <a:off x="1" y="6236797"/>
            <a:ext cx="12191999" cy="400110"/>
          </a:xfrm>
          <a:prstGeom prst="rect">
            <a:avLst/>
          </a:prstGeom>
          <a:solidFill>
            <a:srgbClr val="FFFF99"/>
          </a:solidFill>
        </p:spPr>
        <p:txBody>
          <a:bodyPr rot="0" spcFirstLastPara="0" vert="horz" wrap="square" lIns="91440" tIns="91440" rIns="91440" bIns="9144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78D4">
                    <a:lumMod val="75000"/>
                  </a:srgbClr>
                </a:solidFill>
                <a:effectLst/>
                <a:uLnTx/>
                <a:uFillTx/>
                <a:latin typeface="Segoe UI"/>
                <a:ea typeface="+mn-lt"/>
                <a:cs typeface="Segoe UI"/>
              </a:rPr>
              <a:t>The content of this deck needs to be merged into the executive summary presentation deck from </a:t>
            </a:r>
            <a:r>
              <a:rPr kumimoji="0" lang="en-US" sz="1400" b="1" i="0" u="none" strike="noStrike" kern="1200" cap="none" spc="0" normalizeH="0" baseline="0" noProof="0" dirty="0" err="1">
                <a:ln>
                  <a:noFill/>
                </a:ln>
                <a:solidFill>
                  <a:srgbClr val="0078D4">
                    <a:lumMod val="75000"/>
                  </a:srgbClr>
                </a:solidFill>
                <a:effectLst/>
                <a:uLnTx/>
                <a:uFillTx/>
                <a:latin typeface="Segoe UI"/>
                <a:ea typeface="+mn-lt"/>
                <a:cs typeface="Segoe UI"/>
              </a:rPr>
              <a:t>th</a:t>
            </a:r>
            <a:r>
              <a:rPr lang="en-US" sz="1400" b="1" dirty="0">
                <a:solidFill>
                  <a:srgbClr val="0078D4">
                    <a:lumMod val="75000"/>
                  </a:srgbClr>
                </a:solidFill>
                <a:latin typeface="Segoe UI"/>
                <a:ea typeface="+mn-lt"/>
                <a:cs typeface="Segoe UI"/>
              </a:rPr>
              <a:t>e IP Kit</a:t>
            </a:r>
            <a:endParaRPr kumimoji="0" lang="en-US" sz="1400" b="1" i="1" u="none" strike="noStrike" kern="1200" cap="none" spc="0" normalizeH="0" baseline="0" noProof="0" dirty="0">
              <a:ln>
                <a:noFill/>
              </a:ln>
              <a:solidFill>
                <a:srgbClr val="C00000"/>
              </a:solidFill>
              <a:effectLst/>
              <a:uLnTx/>
              <a:uFillTx/>
              <a:latin typeface="Segoe UI"/>
              <a:ea typeface="+mn-ea"/>
              <a:cs typeface="Segoe UI"/>
            </a:endParaRPr>
          </a:p>
        </p:txBody>
      </p:sp>
      <p:sp>
        <p:nvSpPr>
          <p:cNvPr id="7" name="Title">
            <a:extLst>
              <a:ext uri="{FF2B5EF4-FFF2-40B4-BE49-F238E27FC236}">
                <a16:creationId xmlns:a16="http://schemas.microsoft.com/office/drawing/2014/main" id="{9DF8BFB1-DEAA-4AA0-1E7A-3E9F2911C4CA}"/>
              </a:ext>
            </a:extLst>
          </p:cNvPr>
          <p:cNvSpPr txBox="1"/>
          <p:nvPr/>
        </p:nvSpPr>
        <p:spPr>
          <a:xfrm>
            <a:off x="392691" y="2640536"/>
            <a:ext cx="6754648" cy="707886"/>
          </a:xfrm>
          <a:prstGeom prst="rect">
            <a:avLst/>
          </a:prstGeom>
          <a:noFill/>
        </p:spPr>
        <p:txBody>
          <a:bodyPr wrap="square" rtlCol="0">
            <a:spAutoFit/>
          </a:bodyPr>
          <a:lstStyle/>
          <a:p>
            <a:r>
              <a:rPr lang="en-US" sz="4000" dirty="0">
                <a:latin typeface="Segoe UI" panose="020B0502040204020203" pitchFamily="34" charset="0"/>
                <a:cs typeface="Segoe UI" panose="020B0502040204020203" pitchFamily="34" charset="0"/>
              </a:rPr>
              <a:t>[</a:t>
            </a:r>
            <a:r>
              <a:rPr lang="en-US" sz="4000" dirty="0" err="1">
                <a:latin typeface="Segoe UI" panose="020B0502040204020203" pitchFamily="34" charset="0"/>
                <a:cs typeface="Segoe UI" panose="020B0502040204020203" pitchFamily="34" charset="0"/>
              </a:rPr>
              <a:t>GenAI_Security_Assessment</a:t>
            </a:r>
            <a:r>
              <a:rPr lang="en-US" sz="4000" dirty="0">
                <a:latin typeface="Segoe UI" panose="020B0502040204020203" pitchFamily="34" charset="0"/>
                <a:cs typeface="Segoe UI" panose="020B0502040204020203" pitchFamily="34" charset="0"/>
              </a:rPr>
              <a:t>]</a:t>
            </a:r>
          </a:p>
        </p:txBody>
      </p:sp>
      <p:sp>
        <p:nvSpPr>
          <p:cNvPr id="8" name="ReportDate">
            <a:extLst>
              <a:ext uri="{FF2B5EF4-FFF2-40B4-BE49-F238E27FC236}">
                <a16:creationId xmlns:a16="http://schemas.microsoft.com/office/drawing/2014/main" id="{8151C6DD-9484-8E57-AC06-59BF4A63F48A}"/>
              </a:ext>
            </a:extLst>
          </p:cNvPr>
          <p:cNvSpPr txBox="1"/>
          <p:nvPr/>
        </p:nvSpPr>
        <p:spPr>
          <a:xfrm>
            <a:off x="414778" y="5429388"/>
            <a:ext cx="5302021" cy="369332"/>
          </a:xfrm>
          <a:prstGeom prst="rect">
            <a:avLst/>
          </a:prstGeom>
          <a:noFill/>
        </p:spPr>
        <p:txBody>
          <a:bodyPr wrap="square" rtlCol="0">
            <a:spAutoFit/>
          </a:bodyPr>
          <a:lstStyle/>
          <a:p>
            <a:r>
              <a:rPr lang="en-US" dirty="0">
                <a:latin typeface="Segoe UI" panose="020B0502040204020203" pitchFamily="34" charset="0"/>
                <a:cs typeface="Segoe UI" panose="020B0502040204020203" pitchFamily="34" charset="0"/>
              </a:rPr>
              <a:t>Report generated: [</a:t>
            </a:r>
            <a:r>
              <a:rPr lang="en-US" dirty="0" err="1">
                <a:latin typeface="Segoe UI" panose="020B0502040204020203" pitchFamily="34" charset="0"/>
                <a:cs typeface="Segoe UI" panose="020B0502040204020203" pitchFamily="34" charset="0"/>
              </a:rPr>
              <a:t>Report_Date</a:t>
            </a:r>
            <a:r>
              <a:rPr lang="en-US" dirty="0">
                <a:latin typeface="Segoe UI" panose="020B0502040204020203" pitchFamily="34" charset="0"/>
                <a:cs typeface="Segoe UI" panose="020B0502040204020203" pitchFamily="34" charset="0"/>
              </a:rPr>
              <a:t>]</a:t>
            </a:r>
          </a:p>
        </p:txBody>
      </p:sp>
    </p:spTree>
    <p:extLst>
      <p:ext uri="{BB962C8B-B14F-4D97-AF65-F5344CB8AC3E}">
        <p14:creationId xmlns:p14="http://schemas.microsoft.com/office/powerpoint/2010/main" val="560191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C9A5B1A-EDE5-4D1A-A469-71DA222E7843}"/>
              </a:ext>
            </a:extLst>
          </p:cNvPr>
          <p:cNvSpPr>
            <a:spLocks noGrp="1"/>
          </p:cNvSpPr>
          <p:nvPr>
            <p:ph type="title"/>
          </p:nvPr>
        </p:nvSpPr>
        <p:spPr>
          <a:xfrm>
            <a:off x="753359" y="365126"/>
            <a:ext cx="10515600" cy="700103"/>
          </a:xfrm>
        </p:spPr>
        <p:txBody>
          <a:bodyPr/>
          <a:lstStyle/>
          <a:p>
            <a:r>
              <a:rPr lang="en-US">
                <a:latin typeface="Segoe UI" panose="020B0502040204020203" pitchFamily="34" charset="0"/>
                <a:cs typeface="Segoe UI" panose="020B0502040204020203" pitchFamily="34" charset="0"/>
              </a:rPr>
              <a:t>Executive Summary</a:t>
            </a:r>
            <a:endParaRPr lang="en-US" dirty="0">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403E0E98-5DA7-4DA9-B9CC-19ACE9F902EC}"/>
              </a:ext>
            </a:extLst>
          </p:cNvPr>
          <p:cNvSpPr txBox="1"/>
          <p:nvPr/>
        </p:nvSpPr>
        <p:spPr>
          <a:xfrm>
            <a:off x="1395278" y="2409558"/>
            <a:ext cx="1913340" cy="369332"/>
          </a:xfrm>
          <a:prstGeom prst="rect">
            <a:avLst/>
          </a:prstGeom>
          <a:noFill/>
        </p:spPr>
        <p:txBody>
          <a:bodyPr wrap="square" rtlCol="0">
            <a:spAutoFit/>
          </a:bodyPr>
          <a:lstStyle/>
          <a:p>
            <a:r>
              <a:rPr lang="en-US" b="1" dirty="0">
                <a:latin typeface="Segoe UI" panose="020B0502040204020203" pitchFamily="34" charset="0"/>
                <a:cs typeface="Segoe UI" panose="020B0502040204020203" pitchFamily="34" charset="0"/>
              </a:rPr>
              <a:t>Capability Score</a:t>
            </a:r>
          </a:p>
        </p:txBody>
      </p:sp>
      <p:sp>
        <p:nvSpPr>
          <p:cNvPr id="8" name="ScoreText">
            <a:extLst>
              <a:ext uri="{FF2B5EF4-FFF2-40B4-BE49-F238E27FC236}">
                <a16:creationId xmlns:a16="http://schemas.microsoft.com/office/drawing/2014/main" id="{3E3E86A1-51F0-4ACE-9110-65C339009DC5}"/>
              </a:ext>
            </a:extLst>
          </p:cNvPr>
          <p:cNvSpPr txBox="1"/>
          <p:nvPr/>
        </p:nvSpPr>
        <p:spPr>
          <a:xfrm>
            <a:off x="1724491" y="2778890"/>
            <a:ext cx="1087526" cy="461665"/>
          </a:xfrm>
          <a:prstGeom prst="rect">
            <a:avLst/>
          </a:prstGeom>
          <a:noFill/>
        </p:spPr>
        <p:txBody>
          <a:bodyPr wrap="square" rtlCol="0">
            <a:spAutoFit/>
          </a:bodyPr>
          <a:lstStyle/>
          <a:p>
            <a:pPr algn="ctr"/>
            <a:r>
              <a:rPr lang="en-US" sz="2400" b="1" dirty="0">
                <a:latin typeface="Segoe UI" panose="020B0502040204020203" pitchFamily="34" charset="0"/>
                <a:cs typeface="Segoe UI" panose="020B0502040204020203" pitchFamily="34" charset="0"/>
              </a:rPr>
              <a:t>[Sc]</a:t>
            </a:r>
          </a:p>
        </p:txBody>
      </p:sp>
      <p:sp>
        <p:nvSpPr>
          <p:cNvPr id="9" name="PillarDescription">
            <a:extLst>
              <a:ext uri="{FF2B5EF4-FFF2-40B4-BE49-F238E27FC236}">
                <a16:creationId xmlns:a16="http://schemas.microsoft.com/office/drawing/2014/main" id="{03055892-809B-4369-8DC3-837607F92822}"/>
              </a:ext>
            </a:extLst>
          </p:cNvPr>
          <p:cNvSpPr txBox="1"/>
          <p:nvPr/>
        </p:nvSpPr>
        <p:spPr>
          <a:xfrm>
            <a:off x="594283" y="3307635"/>
            <a:ext cx="3485519" cy="276999"/>
          </a:xfrm>
          <a:prstGeom prst="rect">
            <a:avLst/>
          </a:prstGeom>
          <a:noFill/>
        </p:spPr>
        <p:txBody>
          <a:bodyPr wrap="square" rtlCol="0">
            <a:spAutoFit/>
          </a:bodyPr>
          <a:lstStyle/>
          <a:p>
            <a:pPr algn="just"/>
            <a:r>
              <a:rPr lang="en-US" sz="1200" dirty="0">
                <a:latin typeface="Segoe UI" panose="020B0502040204020203" pitchFamily="34" charset="0"/>
                <a:cs typeface="Segoe UI" panose="020B0502040204020203" pitchFamily="34" charset="0"/>
              </a:rPr>
              <a:t>[</a:t>
            </a:r>
            <a:r>
              <a:rPr lang="en-US" sz="1200" dirty="0" err="1">
                <a:latin typeface="Segoe UI" panose="020B0502040204020203" pitchFamily="34" charset="0"/>
                <a:cs typeface="Segoe UI" panose="020B0502040204020203" pitchFamily="34" charset="0"/>
              </a:rPr>
              <a:t>Pillar_Maturity_Description</a:t>
            </a:r>
            <a:r>
              <a:rPr lang="en-US" sz="1200" dirty="0">
                <a:latin typeface="Segoe UI" panose="020B0502040204020203" pitchFamily="34" charset="0"/>
                <a:cs typeface="Segoe UI" panose="020B0502040204020203" pitchFamily="34" charset="0"/>
              </a:rPr>
              <a:t>]</a:t>
            </a:r>
          </a:p>
        </p:txBody>
      </p:sp>
      <p:sp>
        <p:nvSpPr>
          <p:cNvPr id="10" name="TextBox 9">
            <a:extLst>
              <a:ext uri="{FF2B5EF4-FFF2-40B4-BE49-F238E27FC236}">
                <a16:creationId xmlns:a16="http://schemas.microsoft.com/office/drawing/2014/main" id="{0E5A7937-C405-4E1D-A3A8-1BECC411166F}"/>
              </a:ext>
            </a:extLst>
          </p:cNvPr>
          <p:cNvSpPr txBox="1"/>
          <p:nvPr/>
        </p:nvSpPr>
        <p:spPr>
          <a:xfrm>
            <a:off x="5002797" y="886049"/>
            <a:ext cx="6324159" cy="707886"/>
          </a:xfrm>
          <a:prstGeom prst="rect">
            <a:avLst/>
          </a:prstGeom>
          <a:noFill/>
        </p:spPr>
        <p:txBody>
          <a:bodyPr wrap="square" rtlCol="0">
            <a:spAutoFit/>
          </a:bodyPr>
          <a:lstStyle/>
          <a:p>
            <a:r>
              <a:rPr lang="en-US" sz="2000" dirty="0">
                <a:latin typeface="Segoe UI Semibold" panose="020B0702040204020203" pitchFamily="34" charset="0"/>
                <a:cs typeface="Segoe UI Semibold" panose="020B0702040204020203" pitchFamily="34" charset="0"/>
              </a:rPr>
              <a:t>Areas of focus to raise your capability score</a:t>
            </a:r>
          </a:p>
          <a:p>
            <a:endParaRPr lang="en-US" sz="400" dirty="0">
              <a:latin typeface="Segoe UI Semibold" panose="020B0702040204020203" pitchFamily="34" charset="0"/>
              <a:cs typeface="Segoe UI Semibold" panose="020B0702040204020203" pitchFamily="34" charset="0"/>
            </a:endParaRPr>
          </a:p>
          <a:p>
            <a:r>
              <a:rPr lang="en-US" sz="1600" dirty="0">
                <a:latin typeface="Segoe UI" panose="020B0502040204020203" pitchFamily="34" charset="0"/>
                <a:cs typeface="Segoe UI" panose="020B0502040204020203" pitchFamily="34" charset="0"/>
              </a:rPr>
              <a:t>Number of high-importance recommendations per focus area:</a:t>
            </a:r>
            <a:endParaRPr lang="en-US" sz="2000" dirty="0">
              <a:latin typeface="Segoe UI" panose="020B0502040204020203" pitchFamily="34" charset="0"/>
              <a:cs typeface="Segoe UI" panose="020B0502040204020203" pitchFamily="34" charset="0"/>
            </a:endParaRPr>
          </a:p>
        </p:txBody>
      </p:sp>
      <p:cxnSp>
        <p:nvCxnSpPr>
          <p:cNvPr id="33" name="Straight Connector 32">
            <a:extLst>
              <a:ext uri="{FF2B5EF4-FFF2-40B4-BE49-F238E27FC236}">
                <a16:creationId xmlns:a16="http://schemas.microsoft.com/office/drawing/2014/main" id="{AB75820A-4AB7-4F9E-987C-56F577C895DD}"/>
              </a:ext>
            </a:extLst>
          </p:cNvPr>
          <p:cNvCxnSpPr>
            <a:cxnSpLocks/>
          </p:cNvCxnSpPr>
          <p:nvPr/>
        </p:nvCxnSpPr>
        <p:spPr>
          <a:xfrm>
            <a:off x="383568" y="6370484"/>
            <a:ext cx="11210017" cy="0"/>
          </a:xfrm>
          <a:prstGeom prst="line">
            <a:avLst/>
          </a:prstGeom>
          <a:ln w="6350"/>
        </p:spPr>
        <p:style>
          <a:lnRef idx="1">
            <a:schemeClr val="dk1"/>
          </a:lnRef>
          <a:fillRef idx="0">
            <a:schemeClr val="dk1"/>
          </a:fillRef>
          <a:effectRef idx="0">
            <a:schemeClr val="dk1"/>
          </a:effectRef>
          <a:fontRef idx="minor">
            <a:schemeClr val="tx1"/>
          </a:fontRef>
        </p:style>
      </p:cxnSp>
      <p:pic>
        <p:nvPicPr>
          <p:cNvPr id="2" name="Picture 1" descr="A picture containing drawing&#10;&#10;Description automatically generated">
            <a:extLst>
              <a:ext uri="{FF2B5EF4-FFF2-40B4-BE49-F238E27FC236}">
                <a16:creationId xmlns:a16="http://schemas.microsoft.com/office/drawing/2014/main" id="{FC62FFDF-31E4-4B37-8145-BCD2CD9581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80819" y="6258789"/>
            <a:ext cx="1527613" cy="684687"/>
          </a:xfrm>
          <a:prstGeom prst="rect">
            <a:avLst/>
          </a:prstGeom>
        </p:spPr>
      </p:pic>
      <p:graphicFrame>
        <p:nvGraphicFramePr>
          <p:cNvPr id="28" name="Table 28">
            <a:extLst>
              <a:ext uri="{FF2B5EF4-FFF2-40B4-BE49-F238E27FC236}">
                <a16:creationId xmlns:a16="http://schemas.microsoft.com/office/drawing/2014/main" id="{DF4E3A34-F519-48B0-93A5-6358AEB67186}"/>
              </a:ext>
            </a:extLst>
          </p:cNvPr>
          <p:cNvGraphicFramePr>
            <a:graphicFrameLocks noGrp="1"/>
          </p:cNvGraphicFramePr>
          <p:nvPr>
            <p:extLst>
              <p:ext uri="{D42A27DB-BD31-4B8C-83A1-F6EECF244321}">
                <p14:modId xmlns:p14="http://schemas.microsoft.com/office/powerpoint/2010/main" val="465753250"/>
              </p:ext>
            </p:extLst>
          </p:nvPr>
        </p:nvGraphicFramePr>
        <p:xfrm>
          <a:off x="753359" y="1842219"/>
          <a:ext cx="3167368" cy="213360"/>
        </p:xfrm>
        <a:graphic>
          <a:graphicData uri="http://schemas.openxmlformats.org/drawingml/2006/table">
            <a:tbl>
              <a:tblPr firstRow="1" bandRow="1">
                <a:effectLst/>
                <a:tableStyleId>{5C22544A-7EE6-4342-B048-85BDC9FD1C3A}</a:tableStyleId>
              </a:tblPr>
              <a:tblGrid>
                <a:gridCol w="1058069">
                  <a:extLst>
                    <a:ext uri="{9D8B030D-6E8A-4147-A177-3AD203B41FA5}">
                      <a16:colId xmlns:a16="http://schemas.microsoft.com/office/drawing/2014/main" val="444279859"/>
                    </a:ext>
                  </a:extLst>
                </a:gridCol>
                <a:gridCol w="1054100">
                  <a:extLst>
                    <a:ext uri="{9D8B030D-6E8A-4147-A177-3AD203B41FA5}">
                      <a16:colId xmlns:a16="http://schemas.microsoft.com/office/drawing/2014/main" val="4264896445"/>
                    </a:ext>
                  </a:extLst>
                </a:gridCol>
                <a:gridCol w="1055199">
                  <a:extLst>
                    <a:ext uri="{9D8B030D-6E8A-4147-A177-3AD203B41FA5}">
                      <a16:colId xmlns:a16="http://schemas.microsoft.com/office/drawing/2014/main" val="1697782480"/>
                    </a:ext>
                  </a:extLst>
                </a:gridCol>
              </a:tblGrid>
              <a:tr h="187595">
                <a:tc>
                  <a:txBody>
                    <a:bodyPr/>
                    <a:lstStyle/>
                    <a:p>
                      <a:r>
                        <a:rPr lang="en-US" sz="800" dirty="0">
                          <a:solidFill>
                            <a:schemeClr val="tx1"/>
                          </a:solidFill>
                        </a:rPr>
                        <a:t>Critical (0-33)</a:t>
                      </a:r>
                      <a:endParaRPr lang="en-AU" sz="800"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sz="800" dirty="0">
                          <a:solidFill>
                            <a:schemeClr val="tx1"/>
                          </a:solidFill>
                        </a:rPr>
                        <a:t>Moderate (34-66)</a:t>
                      </a:r>
                      <a:endParaRPr lang="en-AU" sz="800"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sz="800" dirty="0">
                          <a:solidFill>
                            <a:schemeClr val="tx1"/>
                          </a:solidFill>
                        </a:rPr>
                        <a:t>Excellent (67-100)</a:t>
                      </a:r>
                      <a:endParaRPr lang="en-AU" sz="800"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92734065"/>
                  </a:ext>
                </a:extLst>
              </a:tr>
            </a:tbl>
          </a:graphicData>
        </a:graphic>
      </p:graphicFrame>
      <p:sp>
        <p:nvSpPr>
          <p:cNvPr id="16" name="Count_1">
            <a:extLst>
              <a:ext uri="{FF2B5EF4-FFF2-40B4-BE49-F238E27FC236}">
                <a16:creationId xmlns:a16="http://schemas.microsoft.com/office/drawing/2014/main" id="{8FAEC4C6-4999-49FA-9A20-D5286ACF228D}"/>
              </a:ext>
            </a:extLst>
          </p:cNvPr>
          <p:cNvSpPr txBox="1"/>
          <p:nvPr/>
        </p:nvSpPr>
        <p:spPr>
          <a:xfrm>
            <a:off x="5918812" y="1809378"/>
            <a:ext cx="648159" cy="276999"/>
          </a:xfrm>
          <a:prstGeom prst="rect">
            <a:avLst/>
          </a:prstGeom>
          <a:noFill/>
        </p:spPr>
        <p:txBody>
          <a:bodyPr wrap="square" rtlCol="0">
            <a:spAutoFit/>
          </a:bodyPr>
          <a:lstStyle/>
          <a:p>
            <a:r>
              <a:rPr lang="en-US" sz="1200" dirty="0">
                <a:latin typeface="Segoe UI" panose="020B0502040204020203" pitchFamily="34" charset="0"/>
                <a:cs typeface="Segoe UI" panose="020B0502040204020203" pitchFamily="34" charset="0"/>
              </a:rPr>
              <a:t>[S1]</a:t>
            </a:r>
          </a:p>
        </p:txBody>
      </p:sp>
      <p:sp>
        <p:nvSpPr>
          <p:cNvPr id="18" name="Name_1">
            <a:extLst>
              <a:ext uri="{FF2B5EF4-FFF2-40B4-BE49-F238E27FC236}">
                <a16:creationId xmlns:a16="http://schemas.microsoft.com/office/drawing/2014/main" id="{534C3077-CDBF-4AF7-9BDC-213801286609}"/>
              </a:ext>
            </a:extLst>
          </p:cNvPr>
          <p:cNvSpPr txBox="1"/>
          <p:nvPr/>
        </p:nvSpPr>
        <p:spPr>
          <a:xfrm>
            <a:off x="6556058" y="1817476"/>
            <a:ext cx="4765959" cy="276999"/>
          </a:xfrm>
          <a:prstGeom prst="rect">
            <a:avLst/>
          </a:prstGeom>
          <a:noFill/>
        </p:spPr>
        <p:txBody>
          <a:bodyPr wrap="square" rtlCol="0">
            <a:spAutoFit/>
          </a:bodyPr>
          <a:lstStyle/>
          <a:p>
            <a:r>
              <a:rPr lang="en-US" sz="1200" dirty="0">
                <a:latin typeface="Segoe UI" panose="020B0502040204020203" pitchFamily="34" charset="0"/>
                <a:cs typeface="Segoe UI" panose="020B0502040204020203" pitchFamily="34" charset="0"/>
              </a:rPr>
              <a:t>[Domain_1]</a:t>
            </a:r>
          </a:p>
        </p:txBody>
      </p:sp>
      <p:pic>
        <p:nvPicPr>
          <p:cNvPr id="20" name="Gauge_1" descr="AltText:FocusAreaScore0">
            <a:extLst>
              <a:ext uri="{FF2B5EF4-FFF2-40B4-BE49-F238E27FC236}">
                <a16:creationId xmlns:a16="http://schemas.microsoft.com/office/drawing/2014/main" id="{89181935-928F-4933-BA6F-EC5DD1349DE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477589" y="1842219"/>
            <a:ext cx="316707" cy="240517"/>
          </a:xfrm>
          <a:prstGeom prst="rect">
            <a:avLst/>
          </a:prstGeom>
        </p:spPr>
      </p:pic>
      <p:sp>
        <p:nvSpPr>
          <p:cNvPr id="22" name="Count_2">
            <a:extLst>
              <a:ext uri="{FF2B5EF4-FFF2-40B4-BE49-F238E27FC236}">
                <a16:creationId xmlns:a16="http://schemas.microsoft.com/office/drawing/2014/main" id="{26EC3D75-A7AA-419E-954A-541DBD940CE3}"/>
              </a:ext>
            </a:extLst>
          </p:cNvPr>
          <p:cNvSpPr txBox="1"/>
          <p:nvPr/>
        </p:nvSpPr>
        <p:spPr>
          <a:xfrm>
            <a:off x="5918812" y="2191081"/>
            <a:ext cx="648159" cy="276999"/>
          </a:xfrm>
          <a:prstGeom prst="rect">
            <a:avLst/>
          </a:prstGeom>
          <a:noFill/>
        </p:spPr>
        <p:txBody>
          <a:bodyPr wrap="square" rtlCol="0">
            <a:spAutoFit/>
          </a:bodyPr>
          <a:lstStyle/>
          <a:p>
            <a:r>
              <a:rPr lang="en-US" sz="1200" dirty="0">
                <a:latin typeface="Segoe UI" panose="020B0502040204020203" pitchFamily="34" charset="0"/>
                <a:cs typeface="Segoe UI" panose="020B0502040204020203" pitchFamily="34" charset="0"/>
              </a:rPr>
              <a:t>[S2]</a:t>
            </a:r>
          </a:p>
        </p:txBody>
      </p:sp>
      <p:sp>
        <p:nvSpPr>
          <p:cNvPr id="25" name="Name_2">
            <a:extLst>
              <a:ext uri="{FF2B5EF4-FFF2-40B4-BE49-F238E27FC236}">
                <a16:creationId xmlns:a16="http://schemas.microsoft.com/office/drawing/2014/main" id="{92D996AE-5E09-476E-81FB-22FA58980C80}"/>
              </a:ext>
            </a:extLst>
          </p:cNvPr>
          <p:cNvSpPr txBox="1"/>
          <p:nvPr/>
        </p:nvSpPr>
        <p:spPr>
          <a:xfrm>
            <a:off x="6556058" y="2199179"/>
            <a:ext cx="4765959" cy="276999"/>
          </a:xfrm>
          <a:prstGeom prst="rect">
            <a:avLst/>
          </a:prstGeom>
          <a:noFill/>
        </p:spPr>
        <p:txBody>
          <a:bodyPr wrap="square" rtlCol="0">
            <a:spAutoFit/>
          </a:bodyPr>
          <a:lstStyle/>
          <a:p>
            <a:r>
              <a:rPr lang="en-US" sz="1200" dirty="0">
                <a:latin typeface="Segoe UI" panose="020B0502040204020203" pitchFamily="34" charset="0"/>
                <a:cs typeface="Segoe UI" panose="020B0502040204020203" pitchFamily="34" charset="0"/>
              </a:rPr>
              <a:t>[Domain_2]</a:t>
            </a:r>
          </a:p>
        </p:txBody>
      </p:sp>
      <p:pic>
        <p:nvPicPr>
          <p:cNvPr id="26" name="Gauge_2" descr="AltText:FocusAreaScore0">
            <a:extLst>
              <a:ext uri="{FF2B5EF4-FFF2-40B4-BE49-F238E27FC236}">
                <a16:creationId xmlns:a16="http://schemas.microsoft.com/office/drawing/2014/main" id="{84584DBA-19CF-4346-8079-46C03DD9E737}"/>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477589" y="2223922"/>
            <a:ext cx="316707" cy="240517"/>
          </a:xfrm>
          <a:prstGeom prst="rect">
            <a:avLst/>
          </a:prstGeom>
        </p:spPr>
      </p:pic>
      <p:sp>
        <p:nvSpPr>
          <p:cNvPr id="41" name="Count_3">
            <a:extLst>
              <a:ext uri="{FF2B5EF4-FFF2-40B4-BE49-F238E27FC236}">
                <a16:creationId xmlns:a16="http://schemas.microsoft.com/office/drawing/2014/main" id="{5F718C7C-8E6C-4F1F-880F-BE556A2A4FA1}"/>
              </a:ext>
            </a:extLst>
          </p:cNvPr>
          <p:cNvSpPr txBox="1"/>
          <p:nvPr/>
        </p:nvSpPr>
        <p:spPr>
          <a:xfrm>
            <a:off x="5918812" y="2572784"/>
            <a:ext cx="648159" cy="276999"/>
          </a:xfrm>
          <a:prstGeom prst="rect">
            <a:avLst/>
          </a:prstGeom>
          <a:noFill/>
        </p:spPr>
        <p:txBody>
          <a:bodyPr wrap="square" rtlCol="0">
            <a:spAutoFit/>
          </a:bodyPr>
          <a:lstStyle/>
          <a:p>
            <a:r>
              <a:rPr lang="en-US" sz="1200" dirty="0">
                <a:latin typeface="Segoe UI" panose="020B0502040204020203" pitchFamily="34" charset="0"/>
                <a:cs typeface="Segoe UI" panose="020B0502040204020203" pitchFamily="34" charset="0"/>
              </a:rPr>
              <a:t>[S3]</a:t>
            </a:r>
          </a:p>
        </p:txBody>
      </p:sp>
      <p:sp>
        <p:nvSpPr>
          <p:cNvPr id="43" name="Name_3">
            <a:extLst>
              <a:ext uri="{FF2B5EF4-FFF2-40B4-BE49-F238E27FC236}">
                <a16:creationId xmlns:a16="http://schemas.microsoft.com/office/drawing/2014/main" id="{9A0E3318-F6C4-42EA-8925-F6A87532565D}"/>
              </a:ext>
            </a:extLst>
          </p:cNvPr>
          <p:cNvSpPr txBox="1"/>
          <p:nvPr/>
        </p:nvSpPr>
        <p:spPr>
          <a:xfrm>
            <a:off x="6556058" y="2580882"/>
            <a:ext cx="4765959" cy="276999"/>
          </a:xfrm>
          <a:prstGeom prst="rect">
            <a:avLst/>
          </a:prstGeom>
          <a:noFill/>
        </p:spPr>
        <p:txBody>
          <a:bodyPr wrap="square" rtlCol="0">
            <a:spAutoFit/>
          </a:bodyPr>
          <a:lstStyle/>
          <a:p>
            <a:r>
              <a:rPr lang="en-US" sz="1200" dirty="0">
                <a:latin typeface="Segoe UI" panose="020B0502040204020203" pitchFamily="34" charset="0"/>
                <a:cs typeface="Segoe UI" panose="020B0502040204020203" pitchFamily="34" charset="0"/>
              </a:rPr>
              <a:t>[Domain_3]</a:t>
            </a:r>
          </a:p>
        </p:txBody>
      </p:sp>
      <p:pic>
        <p:nvPicPr>
          <p:cNvPr id="45" name="Gauge_3" descr="AltText:FocusAreaScore0">
            <a:extLst>
              <a:ext uri="{FF2B5EF4-FFF2-40B4-BE49-F238E27FC236}">
                <a16:creationId xmlns:a16="http://schemas.microsoft.com/office/drawing/2014/main" id="{B53BF202-0EE5-4181-AD0E-37FC0C513667}"/>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477589" y="2605625"/>
            <a:ext cx="316707" cy="240517"/>
          </a:xfrm>
          <a:prstGeom prst="rect">
            <a:avLst/>
          </a:prstGeom>
        </p:spPr>
      </p:pic>
      <p:sp>
        <p:nvSpPr>
          <p:cNvPr id="47" name="Count_4">
            <a:extLst>
              <a:ext uri="{FF2B5EF4-FFF2-40B4-BE49-F238E27FC236}">
                <a16:creationId xmlns:a16="http://schemas.microsoft.com/office/drawing/2014/main" id="{97A63E6B-1073-45D8-81B7-6FB833A473A3}"/>
              </a:ext>
            </a:extLst>
          </p:cNvPr>
          <p:cNvSpPr txBox="1"/>
          <p:nvPr/>
        </p:nvSpPr>
        <p:spPr>
          <a:xfrm>
            <a:off x="5918812" y="2954487"/>
            <a:ext cx="648159" cy="276999"/>
          </a:xfrm>
          <a:prstGeom prst="rect">
            <a:avLst/>
          </a:prstGeom>
          <a:noFill/>
        </p:spPr>
        <p:txBody>
          <a:bodyPr wrap="square" rtlCol="0">
            <a:spAutoFit/>
          </a:bodyPr>
          <a:lstStyle/>
          <a:p>
            <a:r>
              <a:rPr lang="en-US" sz="1200" dirty="0">
                <a:latin typeface="Segoe UI" panose="020B0502040204020203" pitchFamily="34" charset="0"/>
                <a:cs typeface="Segoe UI" panose="020B0502040204020203" pitchFamily="34" charset="0"/>
              </a:rPr>
              <a:t>[S4]</a:t>
            </a:r>
          </a:p>
        </p:txBody>
      </p:sp>
      <p:sp>
        <p:nvSpPr>
          <p:cNvPr id="49" name="Name_4">
            <a:extLst>
              <a:ext uri="{FF2B5EF4-FFF2-40B4-BE49-F238E27FC236}">
                <a16:creationId xmlns:a16="http://schemas.microsoft.com/office/drawing/2014/main" id="{D8B9A33B-ADD7-4791-8FF2-6D7E50EF2C36}"/>
              </a:ext>
            </a:extLst>
          </p:cNvPr>
          <p:cNvSpPr txBox="1"/>
          <p:nvPr/>
        </p:nvSpPr>
        <p:spPr>
          <a:xfrm>
            <a:off x="6556058" y="2962585"/>
            <a:ext cx="4765959" cy="276999"/>
          </a:xfrm>
          <a:prstGeom prst="rect">
            <a:avLst/>
          </a:prstGeom>
          <a:noFill/>
        </p:spPr>
        <p:txBody>
          <a:bodyPr wrap="square" rtlCol="0">
            <a:spAutoFit/>
          </a:bodyPr>
          <a:lstStyle/>
          <a:p>
            <a:r>
              <a:rPr lang="en-US" sz="1200" dirty="0">
                <a:latin typeface="Segoe UI" panose="020B0502040204020203" pitchFamily="34" charset="0"/>
                <a:cs typeface="Segoe UI" panose="020B0502040204020203" pitchFamily="34" charset="0"/>
              </a:rPr>
              <a:t>[Domain_4]</a:t>
            </a:r>
          </a:p>
        </p:txBody>
      </p:sp>
      <p:pic>
        <p:nvPicPr>
          <p:cNvPr id="51" name="Gauge_4" descr="AltText:FocusAreaScore0">
            <a:extLst>
              <a:ext uri="{FF2B5EF4-FFF2-40B4-BE49-F238E27FC236}">
                <a16:creationId xmlns:a16="http://schemas.microsoft.com/office/drawing/2014/main" id="{879EF4F3-5DB6-49E5-99DA-24390DB4FF13}"/>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477589" y="2987328"/>
            <a:ext cx="316707" cy="240517"/>
          </a:xfrm>
          <a:prstGeom prst="rect">
            <a:avLst/>
          </a:prstGeom>
        </p:spPr>
      </p:pic>
      <p:sp>
        <p:nvSpPr>
          <p:cNvPr id="53" name="Count_5">
            <a:extLst>
              <a:ext uri="{FF2B5EF4-FFF2-40B4-BE49-F238E27FC236}">
                <a16:creationId xmlns:a16="http://schemas.microsoft.com/office/drawing/2014/main" id="{DE4F2781-57BF-400E-9776-D0CB596ECA76}"/>
              </a:ext>
            </a:extLst>
          </p:cNvPr>
          <p:cNvSpPr txBox="1"/>
          <p:nvPr/>
        </p:nvSpPr>
        <p:spPr>
          <a:xfrm>
            <a:off x="5918812" y="3336190"/>
            <a:ext cx="648159" cy="276999"/>
          </a:xfrm>
          <a:prstGeom prst="rect">
            <a:avLst/>
          </a:prstGeom>
          <a:noFill/>
        </p:spPr>
        <p:txBody>
          <a:bodyPr wrap="square" rtlCol="0">
            <a:spAutoFit/>
          </a:bodyPr>
          <a:lstStyle/>
          <a:p>
            <a:r>
              <a:rPr lang="en-US" sz="1200" dirty="0">
                <a:latin typeface="Segoe UI" panose="020B0502040204020203" pitchFamily="34" charset="0"/>
                <a:cs typeface="Segoe UI" panose="020B0502040204020203" pitchFamily="34" charset="0"/>
              </a:rPr>
              <a:t>[S5]</a:t>
            </a:r>
          </a:p>
        </p:txBody>
      </p:sp>
      <p:sp>
        <p:nvSpPr>
          <p:cNvPr id="55" name="Name_5">
            <a:extLst>
              <a:ext uri="{FF2B5EF4-FFF2-40B4-BE49-F238E27FC236}">
                <a16:creationId xmlns:a16="http://schemas.microsoft.com/office/drawing/2014/main" id="{89E44410-8F83-483F-AF65-068A8FA9E76C}"/>
              </a:ext>
            </a:extLst>
          </p:cNvPr>
          <p:cNvSpPr txBox="1"/>
          <p:nvPr/>
        </p:nvSpPr>
        <p:spPr>
          <a:xfrm>
            <a:off x="6556058" y="3344288"/>
            <a:ext cx="4765959" cy="276999"/>
          </a:xfrm>
          <a:prstGeom prst="rect">
            <a:avLst/>
          </a:prstGeom>
          <a:noFill/>
        </p:spPr>
        <p:txBody>
          <a:bodyPr wrap="square" rtlCol="0">
            <a:spAutoFit/>
          </a:bodyPr>
          <a:lstStyle/>
          <a:p>
            <a:r>
              <a:rPr lang="en-US" sz="1200" dirty="0">
                <a:latin typeface="Segoe UI" panose="020B0502040204020203" pitchFamily="34" charset="0"/>
                <a:cs typeface="Segoe UI" panose="020B0502040204020203" pitchFamily="34" charset="0"/>
              </a:rPr>
              <a:t>[Domain_5]</a:t>
            </a:r>
          </a:p>
        </p:txBody>
      </p:sp>
      <p:pic>
        <p:nvPicPr>
          <p:cNvPr id="57" name="Gauge_5" descr="AltText:FocusAreaScore0">
            <a:extLst>
              <a:ext uri="{FF2B5EF4-FFF2-40B4-BE49-F238E27FC236}">
                <a16:creationId xmlns:a16="http://schemas.microsoft.com/office/drawing/2014/main" id="{F2CA0EDE-1458-4000-B0D0-FAE6E29232E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477589" y="3369031"/>
            <a:ext cx="316707" cy="240517"/>
          </a:xfrm>
          <a:prstGeom prst="rect">
            <a:avLst/>
          </a:prstGeom>
        </p:spPr>
      </p:pic>
      <p:sp>
        <p:nvSpPr>
          <p:cNvPr id="59" name="Count_6">
            <a:extLst>
              <a:ext uri="{FF2B5EF4-FFF2-40B4-BE49-F238E27FC236}">
                <a16:creationId xmlns:a16="http://schemas.microsoft.com/office/drawing/2014/main" id="{91C29F1C-4489-4EBD-A4B7-A32D7A563807}"/>
              </a:ext>
            </a:extLst>
          </p:cNvPr>
          <p:cNvSpPr txBox="1"/>
          <p:nvPr/>
        </p:nvSpPr>
        <p:spPr>
          <a:xfrm>
            <a:off x="5918812" y="3717893"/>
            <a:ext cx="648159" cy="276999"/>
          </a:xfrm>
          <a:prstGeom prst="rect">
            <a:avLst/>
          </a:prstGeom>
          <a:noFill/>
        </p:spPr>
        <p:txBody>
          <a:bodyPr wrap="square" rtlCol="0">
            <a:spAutoFit/>
          </a:bodyPr>
          <a:lstStyle/>
          <a:p>
            <a:r>
              <a:rPr lang="en-US" sz="1200" dirty="0">
                <a:latin typeface="Segoe UI" panose="020B0502040204020203" pitchFamily="34" charset="0"/>
                <a:cs typeface="Segoe UI" panose="020B0502040204020203" pitchFamily="34" charset="0"/>
              </a:rPr>
              <a:t>[S6]</a:t>
            </a:r>
          </a:p>
        </p:txBody>
      </p:sp>
      <p:sp>
        <p:nvSpPr>
          <p:cNvPr id="61" name="Name_6">
            <a:extLst>
              <a:ext uri="{FF2B5EF4-FFF2-40B4-BE49-F238E27FC236}">
                <a16:creationId xmlns:a16="http://schemas.microsoft.com/office/drawing/2014/main" id="{89C2434E-16C4-48B5-AA76-0F387E7C12B5}"/>
              </a:ext>
            </a:extLst>
          </p:cNvPr>
          <p:cNvSpPr txBox="1"/>
          <p:nvPr/>
        </p:nvSpPr>
        <p:spPr>
          <a:xfrm>
            <a:off x="6556058" y="3725991"/>
            <a:ext cx="4765959" cy="276999"/>
          </a:xfrm>
          <a:prstGeom prst="rect">
            <a:avLst/>
          </a:prstGeom>
          <a:noFill/>
        </p:spPr>
        <p:txBody>
          <a:bodyPr wrap="square" rtlCol="0">
            <a:spAutoFit/>
          </a:bodyPr>
          <a:lstStyle/>
          <a:p>
            <a:r>
              <a:rPr lang="en-US" sz="1200" dirty="0">
                <a:latin typeface="Segoe UI" panose="020B0502040204020203" pitchFamily="34" charset="0"/>
                <a:cs typeface="Segoe UI" panose="020B0502040204020203" pitchFamily="34" charset="0"/>
              </a:rPr>
              <a:t>[Domain_6]</a:t>
            </a:r>
          </a:p>
        </p:txBody>
      </p:sp>
      <p:pic>
        <p:nvPicPr>
          <p:cNvPr id="63" name="Gauge_6" descr="AltText:FocusAreaScore0">
            <a:extLst>
              <a:ext uri="{FF2B5EF4-FFF2-40B4-BE49-F238E27FC236}">
                <a16:creationId xmlns:a16="http://schemas.microsoft.com/office/drawing/2014/main" id="{2E6876F7-D800-44D1-BE73-6CB286E0788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477589" y="3750734"/>
            <a:ext cx="316707" cy="240517"/>
          </a:xfrm>
          <a:prstGeom prst="rect">
            <a:avLst/>
          </a:prstGeom>
        </p:spPr>
      </p:pic>
      <p:sp>
        <p:nvSpPr>
          <p:cNvPr id="3" name="Count_7">
            <a:extLst>
              <a:ext uri="{FF2B5EF4-FFF2-40B4-BE49-F238E27FC236}">
                <a16:creationId xmlns:a16="http://schemas.microsoft.com/office/drawing/2014/main" id="{02A2312C-B6C0-45C8-BA07-32B020802FF8}"/>
              </a:ext>
            </a:extLst>
          </p:cNvPr>
          <p:cNvSpPr txBox="1"/>
          <p:nvPr/>
        </p:nvSpPr>
        <p:spPr>
          <a:xfrm>
            <a:off x="5918812" y="4099596"/>
            <a:ext cx="648159" cy="276999"/>
          </a:xfrm>
          <a:prstGeom prst="rect">
            <a:avLst/>
          </a:prstGeom>
          <a:noFill/>
        </p:spPr>
        <p:txBody>
          <a:bodyPr wrap="square" rtlCol="0">
            <a:spAutoFit/>
          </a:bodyPr>
          <a:lstStyle/>
          <a:p>
            <a:r>
              <a:rPr lang="en-US" sz="1200" dirty="0">
                <a:latin typeface="Segoe UI" panose="020B0502040204020203" pitchFamily="34" charset="0"/>
                <a:cs typeface="Segoe UI" panose="020B0502040204020203" pitchFamily="34" charset="0"/>
              </a:rPr>
              <a:t>[S7]</a:t>
            </a:r>
          </a:p>
        </p:txBody>
      </p:sp>
      <p:sp>
        <p:nvSpPr>
          <p:cNvPr id="5" name="Name_7">
            <a:extLst>
              <a:ext uri="{FF2B5EF4-FFF2-40B4-BE49-F238E27FC236}">
                <a16:creationId xmlns:a16="http://schemas.microsoft.com/office/drawing/2014/main" id="{449B3142-8E14-463C-9568-B853FC4E00D8}"/>
              </a:ext>
            </a:extLst>
          </p:cNvPr>
          <p:cNvSpPr txBox="1"/>
          <p:nvPr/>
        </p:nvSpPr>
        <p:spPr>
          <a:xfrm>
            <a:off x="6556058" y="4107694"/>
            <a:ext cx="4765959" cy="276999"/>
          </a:xfrm>
          <a:prstGeom prst="rect">
            <a:avLst/>
          </a:prstGeom>
          <a:noFill/>
        </p:spPr>
        <p:txBody>
          <a:bodyPr wrap="square" rtlCol="0">
            <a:spAutoFit/>
          </a:bodyPr>
          <a:lstStyle/>
          <a:p>
            <a:r>
              <a:rPr lang="en-US" sz="1200" dirty="0">
                <a:latin typeface="Segoe UI" panose="020B0502040204020203" pitchFamily="34" charset="0"/>
                <a:cs typeface="Segoe UI" panose="020B0502040204020203" pitchFamily="34" charset="0"/>
              </a:rPr>
              <a:t>[Domain_7]</a:t>
            </a:r>
          </a:p>
        </p:txBody>
      </p:sp>
      <p:pic>
        <p:nvPicPr>
          <p:cNvPr id="11" name="Gauge_7" descr="AltText:FocusAreaScore0">
            <a:extLst>
              <a:ext uri="{FF2B5EF4-FFF2-40B4-BE49-F238E27FC236}">
                <a16:creationId xmlns:a16="http://schemas.microsoft.com/office/drawing/2014/main" id="{1EBA8035-212B-480B-8B1E-860C89CA3DA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477589" y="4132437"/>
            <a:ext cx="316707" cy="240517"/>
          </a:xfrm>
          <a:prstGeom prst="rect">
            <a:avLst/>
          </a:prstGeom>
        </p:spPr>
      </p:pic>
      <p:sp>
        <p:nvSpPr>
          <p:cNvPr id="12" name="Count_8">
            <a:extLst>
              <a:ext uri="{FF2B5EF4-FFF2-40B4-BE49-F238E27FC236}">
                <a16:creationId xmlns:a16="http://schemas.microsoft.com/office/drawing/2014/main" id="{BF878C93-8775-4329-AC41-FB6E5F1F9E5D}"/>
              </a:ext>
            </a:extLst>
          </p:cNvPr>
          <p:cNvSpPr txBox="1"/>
          <p:nvPr/>
        </p:nvSpPr>
        <p:spPr>
          <a:xfrm>
            <a:off x="5918812" y="4481299"/>
            <a:ext cx="648159" cy="276999"/>
          </a:xfrm>
          <a:prstGeom prst="rect">
            <a:avLst/>
          </a:prstGeom>
          <a:noFill/>
        </p:spPr>
        <p:txBody>
          <a:bodyPr wrap="square" rtlCol="0">
            <a:spAutoFit/>
          </a:bodyPr>
          <a:lstStyle/>
          <a:p>
            <a:r>
              <a:rPr lang="en-US" sz="1200" dirty="0">
                <a:latin typeface="Segoe UI" panose="020B0502040204020203" pitchFamily="34" charset="0"/>
                <a:cs typeface="Segoe UI" panose="020B0502040204020203" pitchFamily="34" charset="0"/>
              </a:rPr>
              <a:t>[S8]</a:t>
            </a:r>
          </a:p>
        </p:txBody>
      </p:sp>
      <p:sp>
        <p:nvSpPr>
          <p:cNvPr id="13" name="Name_8">
            <a:extLst>
              <a:ext uri="{FF2B5EF4-FFF2-40B4-BE49-F238E27FC236}">
                <a16:creationId xmlns:a16="http://schemas.microsoft.com/office/drawing/2014/main" id="{DEACA864-3795-4B65-93F0-66CF1A79BB5F}"/>
              </a:ext>
            </a:extLst>
          </p:cNvPr>
          <p:cNvSpPr txBox="1"/>
          <p:nvPr/>
        </p:nvSpPr>
        <p:spPr>
          <a:xfrm>
            <a:off x="6556058" y="4489397"/>
            <a:ext cx="4765959" cy="276999"/>
          </a:xfrm>
          <a:prstGeom prst="rect">
            <a:avLst/>
          </a:prstGeom>
          <a:noFill/>
        </p:spPr>
        <p:txBody>
          <a:bodyPr wrap="square" rtlCol="0">
            <a:spAutoFit/>
          </a:bodyPr>
          <a:lstStyle/>
          <a:p>
            <a:r>
              <a:rPr lang="en-US" sz="1200" dirty="0">
                <a:latin typeface="Segoe UI" panose="020B0502040204020203" pitchFamily="34" charset="0"/>
                <a:cs typeface="Segoe UI" panose="020B0502040204020203" pitchFamily="34" charset="0"/>
              </a:rPr>
              <a:t>[Domain_8]</a:t>
            </a:r>
          </a:p>
        </p:txBody>
      </p:sp>
      <p:pic>
        <p:nvPicPr>
          <p:cNvPr id="14" name="Gauge_8" descr="AltText:FocusAreaScore0">
            <a:extLst>
              <a:ext uri="{FF2B5EF4-FFF2-40B4-BE49-F238E27FC236}">
                <a16:creationId xmlns:a16="http://schemas.microsoft.com/office/drawing/2014/main" id="{296B9A7F-40EE-4F45-9BD3-33136A53C4E0}"/>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477589" y="4514140"/>
            <a:ext cx="316707" cy="240517"/>
          </a:xfrm>
          <a:prstGeom prst="rect">
            <a:avLst/>
          </a:prstGeom>
        </p:spPr>
      </p:pic>
      <p:pic>
        <p:nvPicPr>
          <p:cNvPr id="21" name="Gauge_Green" descr="A picture containing text&#10;&#10;Description automatically generated">
            <a:extLst>
              <a:ext uri="{FF2B5EF4-FFF2-40B4-BE49-F238E27FC236}">
                <a16:creationId xmlns:a16="http://schemas.microsoft.com/office/drawing/2014/main" id="{58794FA3-F49D-421A-A084-08CB394733A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39322" y="7305265"/>
            <a:ext cx="338463" cy="259248"/>
          </a:xfrm>
          <a:prstGeom prst="rect">
            <a:avLst/>
          </a:prstGeom>
        </p:spPr>
      </p:pic>
      <p:pic>
        <p:nvPicPr>
          <p:cNvPr id="30" name="Gauge_Yellow" descr="Icon&#10;&#10;Description automatically generated">
            <a:extLst>
              <a:ext uri="{FF2B5EF4-FFF2-40B4-BE49-F238E27FC236}">
                <a16:creationId xmlns:a16="http://schemas.microsoft.com/office/drawing/2014/main" id="{319DFA20-D6C6-47D3-BF84-47473FE5F36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41798" y="7308021"/>
            <a:ext cx="338463" cy="259248"/>
          </a:xfrm>
          <a:prstGeom prst="rect">
            <a:avLst/>
          </a:prstGeom>
        </p:spPr>
      </p:pic>
      <p:pic>
        <p:nvPicPr>
          <p:cNvPr id="27" name="Gauge_Red" descr="Icon&#10;&#10;Description automatically generated">
            <a:extLst>
              <a:ext uri="{FF2B5EF4-FFF2-40B4-BE49-F238E27FC236}">
                <a16:creationId xmlns:a16="http://schemas.microsoft.com/office/drawing/2014/main" id="{5B432997-6AE9-4175-8840-776C13766D2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67963" y="7305265"/>
            <a:ext cx="338463" cy="259248"/>
          </a:xfrm>
          <a:prstGeom prst="rect">
            <a:avLst/>
          </a:prstGeom>
        </p:spPr>
      </p:pic>
      <p:sp>
        <p:nvSpPr>
          <p:cNvPr id="6" name="Count_9">
            <a:extLst>
              <a:ext uri="{FF2B5EF4-FFF2-40B4-BE49-F238E27FC236}">
                <a16:creationId xmlns:a16="http://schemas.microsoft.com/office/drawing/2014/main" id="{99A0698C-6419-BF0F-5A62-F970A6DA9F13}"/>
              </a:ext>
            </a:extLst>
          </p:cNvPr>
          <p:cNvSpPr txBox="1"/>
          <p:nvPr/>
        </p:nvSpPr>
        <p:spPr>
          <a:xfrm>
            <a:off x="5907899" y="4863002"/>
            <a:ext cx="648159" cy="276999"/>
          </a:xfrm>
          <a:prstGeom prst="rect">
            <a:avLst/>
          </a:prstGeom>
          <a:noFill/>
        </p:spPr>
        <p:txBody>
          <a:bodyPr wrap="square" rtlCol="0">
            <a:spAutoFit/>
          </a:bodyPr>
          <a:lstStyle/>
          <a:p>
            <a:r>
              <a:rPr lang="en-US" sz="1200" dirty="0">
                <a:latin typeface="Segoe UI" panose="020B0502040204020203" pitchFamily="34" charset="0"/>
                <a:cs typeface="Segoe UI" panose="020B0502040204020203" pitchFamily="34" charset="0"/>
              </a:rPr>
              <a:t>[S8]</a:t>
            </a:r>
          </a:p>
        </p:txBody>
      </p:sp>
      <p:sp>
        <p:nvSpPr>
          <p:cNvPr id="24" name="Name_9">
            <a:extLst>
              <a:ext uri="{FF2B5EF4-FFF2-40B4-BE49-F238E27FC236}">
                <a16:creationId xmlns:a16="http://schemas.microsoft.com/office/drawing/2014/main" id="{262E542F-683D-2245-EB28-9105BB84529A}"/>
              </a:ext>
            </a:extLst>
          </p:cNvPr>
          <p:cNvSpPr txBox="1"/>
          <p:nvPr/>
        </p:nvSpPr>
        <p:spPr>
          <a:xfrm>
            <a:off x="6545145" y="4871100"/>
            <a:ext cx="4765959" cy="276999"/>
          </a:xfrm>
          <a:prstGeom prst="rect">
            <a:avLst/>
          </a:prstGeom>
          <a:noFill/>
        </p:spPr>
        <p:txBody>
          <a:bodyPr wrap="square" rtlCol="0">
            <a:spAutoFit/>
          </a:bodyPr>
          <a:lstStyle/>
          <a:p>
            <a:r>
              <a:rPr lang="en-US" sz="1200" dirty="0">
                <a:latin typeface="Segoe UI" panose="020B0502040204020203" pitchFamily="34" charset="0"/>
                <a:cs typeface="Segoe UI" panose="020B0502040204020203" pitchFamily="34" charset="0"/>
              </a:rPr>
              <a:t>[Domain_9]</a:t>
            </a:r>
          </a:p>
        </p:txBody>
      </p:sp>
      <p:pic>
        <p:nvPicPr>
          <p:cNvPr id="29" name="Gauge_9" descr="AltText:FocusAreaScore0">
            <a:extLst>
              <a:ext uri="{FF2B5EF4-FFF2-40B4-BE49-F238E27FC236}">
                <a16:creationId xmlns:a16="http://schemas.microsoft.com/office/drawing/2014/main" id="{1127753C-EDB4-58B8-677C-E7EBFE43CF7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466676" y="4895843"/>
            <a:ext cx="316707" cy="240517"/>
          </a:xfrm>
          <a:prstGeom prst="rect">
            <a:avLst/>
          </a:prstGeom>
        </p:spPr>
      </p:pic>
      <p:sp>
        <p:nvSpPr>
          <p:cNvPr id="31" name="Count_10">
            <a:extLst>
              <a:ext uri="{FF2B5EF4-FFF2-40B4-BE49-F238E27FC236}">
                <a16:creationId xmlns:a16="http://schemas.microsoft.com/office/drawing/2014/main" id="{67F021DA-D2F7-D729-224B-998CFFCA987F}"/>
              </a:ext>
            </a:extLst>
          </p:cNvPr>
          <p:cNvSpPr txBox="1"/>
          <p:nvPr/>
        </p:nvSpPr>
        <p:spPr>
          <a:xfrm>
            <a:off x="5918812" y="5244705"/>
            <a:ext cx="648159" cy="276999"/>
          </a:xfrm>
          <a:prstGeom prst="rect">
            <a:avLst/>
          </a:prstGeom>
          <a:noFill/>
        </p:spPr>
        <p:txBody>
          <a:bodyPr wrap="square" rtlCol="0">
            <a:spAutoFit/>
          </a:bodyPr>
          <a:lstStyle/>
          <a:p>
            <a:r>
              <a:rPr lang="en-US" sz="1200" dirty="0">
                <a:latin typeface="Segoe UI" panose="020B0502040204020203" pitchFamily="34" charset="0"/>
                <a:cs typeface="Segoe UI" panose="020B0502040204020203" pitchFamily="34" charset="0"/>
              </a:rPr>
              <a:t>[S8]</a:t>
            </a:r>
          </a:p>
        </p:txBody>
      </p:sp>
      <p:sp>
        <p:nvSpPr>
          <p:cNvPr id="32" name="Name_10">
            <a:extLst>
              <a:ext uri="{FF2B5EF4-FFF2-40B4-BE49-F238E27FC236}">
                <a16:creationId xmlns:a16="http://schemas.microsoft.com/office/drawing/2014/main" id="{C05EECE6-F5CB-FFC0-2FE9-B07DCC13E29A}"/>
              </a:ext>
            </a:extLst>
          </p:cNvPr>
          <p:cNvSpPr txBox="1"/>
          <p:nvPr/>
        </p:nvSpPr>
        <p:spPr>
          <a:xfrm>
            <a:off x="6556058" y="5252803"/>
            <a:ext cx="4765959" cy="276999"/>
          </a:xfrm>
          <a:prstGeom prst="rect">
            <a:avLst/>
          </a:prstGeom>
          <a:noFill/>
        </p:spPr>
        <p:txBody>
          <a:bodyPr wrap="square" rtlCol="0">
            <a:spAutoFit/>
          </a:bodyPr>
          <a:lstStyle/>
          <a:p>
            <a:r>
              <a:rPr lang="en-US" sz="1200" dirty="0">
                <a:latin typeface="Segoe UI" panose="020B0502040204020203" pitchFamily="34" charset="0"/>
                <a:cs typeface="Segoe UI" panose="020B0502040204020203" pitchFamily="34" charset="0"/>
              </a:rPr>
              <a:t>[Domain_10]</a:t>
            </a:r>
          </a:p>
        </p:txBody>
      </p:sp>
      <p:pic>
        <p:nvPicPr>
          <p:cNvPr id="34" name="Gauge_10" descr="AltText:FocusAreaScore0">
            <a:extLst>
              <a:ext uri="{FF2B5EF4-FFF2-40B4-BE49-F238E27FC236}">
                <a16:creationId xmlns:a16="http://schemas.microsoft.com/office/drawing/2014/main" id="{F4861EB9-3289-222D-E94B-49B1DEAEAD4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477589" y="5277546"/>
            <a:ext cx="316707" cy="240517"/>
          </a:xfrm>
          <a:prstGeom prst="rect">
            <a:avLst/>
          </a:prstGeom>
        </p:spPr>
      </p:pic>
      <p:sp>
        <p:nvSpPr>
          <p:cNvPr id="35" name="Count_11">
            <a:extLst>
              <a:ext uri="{FF2B5EF4-FFF2-40B4-BE49-F238E27FC236}">
                <a16:creationId xmlns:a16="http://schemas.microsoft.com/office/drawing/2014/main" id="{925D9B2B-8C7C-AAFF-0BAB-7C76629BB68C}"/>
              </a:ext>
            </a:extLst>
          </p:cNvPr>
          <p:cNvSpPr txBox="1"/>
          <p:nvPr/>
        </p:nvSpPr>
        <p:spPr>
          <a:xfrm>
            <a:off x="5907899" y="5626408"/>
            <a:ext cx="648159" cy="276999"/>
          </a:xfrm>
          <a:prstGeom prst="rect">
            <a:avLst/>
          </a:prstGeom>
          <a:noFill/>
        </p:spPr>
        <p:txBody>
          <a:bodyPr wrap="square" rtlCol="0">
            <a:spAutoFit/>
          </a:bodyPr>
          <a:lstStyle/>
          <a:p>
            <a:r>
              <a:rPr lang="en-US" sz="1200" dirty="0">
                <a:latin typeface="Segoe UI" panose="020B0502040204020203" pitchFamily="34" charset="0"/>
                <a:cs typeface="Segoe UI" panose="020B0502040204020203" pitchFamily="34" charset="0"/>
              </a:rPr>
              <a:t>[S8]</a:t>
            </a:r>
          </a:p>
        </p:txBody>
      </p:sp>
      <p:sp>
        <p:nvSpPr>
          <p:cNvPr id="36" name="Name_11">
            <a:extLst>
              <a:ext uri="{FF2B5EF4-FFF2-40B4-BE49-F238E27FC236}">
                <a16:creationId xmlns:a16="http://schemas.microsoft.com/office/drawing/2014/main" id="{CA7060D4-13BC-61BE-795E-7D9C371B68E2}"/>
              </a:ext>
            </a:extLst>
          </p:cNvPr>
          <p:cNvSpPr txBox="1"/>
          <p:nvPr/>
        </p:nvSpPr>
        <p:spPr>
          <a:xfrm>
            <a:off x="6545145" y="5634506"/>
            <a:ext cx="4765959" cy="276999"/>
          </a:xfrm>
          <a:prstGeom prst="rect">
            <a:avLst/>
          </a:prstGeom>
          <a:noFill/>
        </p:spPr>
        <p:txBody>
          <a:bodyPr wrap="square" rtlCol="0">
            <a:spAutoFit/>
          </a:bodyPr>
          <a:lstStyle/>
          <a:p>
            <a:r>
              <a:rPr lang="en-US" sz="1200" dirty="0">
                <a:latin typeface="Segoe UI" panose="020B0502040204020203" pitchFamily="34" charset="0"/>
                <a:cs typeface="Segoe UI" panose="020B0502040204020203" pitchFamily="34" charset="0"/>
              </a:rPr>
              <a:t>[Domain_11]</a:t>
            </a:r>
          </a:p>
        </p:txBody>
      </p:sp>
      <p:pic>
        <p:nvPicPr>
          <p:cNvPr id="37" name="Gauge_11" descr="AltText:FocusAreaScore0">
            <a:extLst>
              <a:ext uri="{FF2B5EF4-FFF2-40B4-BE49-F238E27FC236}">
                <a16:creationId xmlns:a16="http://schemas.microsoft.com/office/drawing/2014/main" id="{0226CCDC-DE67-F403-5ABB-E0E1BCE00471}"/>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466676" y="5659249"/>
            <a:ext cx="316707" cy="240517"/>
          </a:xfrm>
          <a:prstGeom prst="rect">
            <a:avLst/>
          </a:prstGeom>
        </p:spPr>
      </p:pic>
      <p:sp>
        <p:nvSpPr>
          <p:cNvPr id="38" name="Count_12">
            <a:extLst>
              <a:ext uri="{FF2B5EF4-FFF2-40B4-BE49-F238E27FC236}">
                <a16:creationId xmlns:a16="http://schemas.microsoft.com/office/drawing/2014/main" id="{5CF42951-D2C5-318C-F9F0-A3C734297335}"/>
              </a:ext>
            </a:extLst>
          </p:cNvPr>
          <p:cNvSpPr txBox="1"/>
          <p:nvPr/>
        </p:nvSpPr>
        <p:spPr>
          <a:xfrm>
            <a:off x="5907899" y="6008111"/>
            <a:ext cx="648159" cy="276999"/>
          </a:xfrm>
          <a:prstGeom prst="rect">
            <a:avLst/>
          </a:prstGeom>
          <a:noFill/>
        </p:spPr>
        <p:txBody>
          <a:bodyPr wrap="square" rtlCol="0">
            <a:spAutoFit/>
          </a:bodyPr>
          <a:lstStyle/>
          <a:p>
            <a:r>
              <a:rPr lang="en-US" sz="1200" dirty="0">
                <a:latin typeface="Segoe UI" panose="020B0502040204020203" pitchFamily="34" charset="0"/>
                <a:cs typeface="Segoe UI" panose="020B0502040204020203" pitchFamily="34" charset="0"/>
              </a:rPr>
              <a:t>[S8]</a:t>
            </a:r>
          </a:p>
        </p:txBody>
      </p:sp>
      <p:sp>
        <p:nvSpPr>
          <p:cNvPr id="39" name="Name_12">
            <a:extLst>
              <a:ext uri="{FF2B5EF4-FFF2-40B4-BE49-F238E27FC236}">
                <a16:creationId xmlns:a16="http://schemas.microsoft.com/office/drawing/2014/main" id="{4425164A-B97C-5C2A-D3ED-DDAD7283221E}"/>
              </a:ext>
            </a:extLst>
          </p:cNvPr>
          <p:cNvSpPr txBox="1"/>
          <p:nvPr/>
        </p:nvSpPr>
        <p:spPr>
          <a:xfrm>
            <a:off x="6545145" y="6016209"/>
            <a:ext cx="4765959" cy="276999"/>
          </a:xfrm>
          <a:prstGeom prst="rect">
            <a:avLst/>
          </a:prstGeom>
          <a:noFill/>
        </p:spPr>
        <p:txBody>
          <a:bodyPr wrap="square" rtlCol="0">
            <a:spAutoFit/>
          </a:bodyPr>
          <a:lstStyle/>
          <a:p>
            <a:r>
              <a:rPr lang="en-US" sz="1200" dirty="0">
                <a:latin typeface="Segoe UI" panose="020B0502040204020203" pitchFamily="34" charset="0"/>
                <a:cs typeface="Segoe UI" panose="020B0502040204020203" pitchFamily="34" charset="0"/>
              </a:rPr>
              <a:t>[Domain_12]</a:t>
            </a:r>
          </a:p>
        </p:txBody>
      </p:sp>
      <p:pic>
        <p:nvPicPr>
          <p:cNvPr id="40" name="Gauge_12" descr="AltText:FocusAreaScore0">
            <a:extLst>
              <a:ext uri="{FF2B5EF4-FFF2-40B4-BE49-F238E27FC236}">
                <a16:creationId xmlns:a16="http://schemas.microsoft.com/office/drawing/2014/main" id="{247BF994-B9F0-E186-FA50-E678BBB5688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466676" y="6040949"/>
            <a:ext cx="316707" cy="240517"/>
          </a:xfrm>
          <a:prstGeom prst="rect">
            <a:avLst/>
          </a:prstGeom>
        </p:spPr>
      </p:pic>
      <p:sp>
        <p:nvSpPr>
          <p:cNvPr id="48" name="Rectangle 47">
            <a:extLst>
              <a:ext uri="{FF2B5EF4-FFF2-40B4-BE49-F238E27FC236}">
                <a16:creationId xmlns:a16="http://schemas.microsoft.com/office/drawing/2014/main" id="{B17897D1-202E-4C4E-206F-C289C3D99B7A}"/>
              </a:ext>
            </a:extLst>
          </p:cNvPr>
          <p:cNvSpPr/>
          <p:nvPr/>
        </p:nvSpPr>
        <p:spPr>
          <a:xfrm>
            <a:off x="753360" y="2101855"/>
            <a:ext cx="1047750" cy="80767"/>
          </a:xfrm>
          <a:prstGeom prst="rect">
            <a:avLst/>
          </a:prstGeom>
          <a:solidFill>
            <a:srgbClr val="FF0000"/>
          </a:solidFill>
          <a:ln w="127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0" name="Rectangle 49">
            <a:extLst>
              <a:ext uri="{FF2B5EF4-FFF2-40B4-BE49-F238E27FC236}">
                <a16:creationId xmlns:a16="http://schemas.microsoft.com/office/drawing/2014/main" id="{5F379406-D9D6-26D8-CA4E-F7B48F9F603E}"/>
              </a:ext>
            </a:extLst>
          </p:cNvPr>
          <p:cNvSpPr/>
          <p:nvPr/>
        </p:nvSpPr>
        <p:spPr>
          <a:xfrm>
            <a:off x="1813839" y="2102995"/>
            <a:ext cx="1047750" cy="80767"/>
          </a:xfrm>
          <a:prstGeom prst="rect">
            <a:avLst/>
          </a:prstGeom>
          <a:solidFill>
            <a:srgbClr val="FFC000"/>
          </a:solidFill>
          <a:ln w="12700" cap="flat" cmpd="sng" algn="ctr">
            <a:solidFill>
              <a:srgbClr val="FFC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2" name="Rectangle 51">
            <a:extLst>
              <a:ext uri="{FF2B5EF4-FFF2-40B4-BE49-F238E27FC236}">
                <a16:creationId xmlns:a16="http://schemas.microsoft.com/office/drawing/2014/main" id="{91A167E7-D00A-CA71-6243-B4C70EDF0227}"/>
              </a:ext>
            </a:extLst>
          </p:cNvPr>
          <p:cNvSpPr/>
          <p:nvPr/>
        </p:nvSpPr>
        <p:spPr>
          <a:xfrm>
            <a:off x="2872977" y="2103092"/>
            <a:ext cx="1047750" cy="80767"/>
          </a:xfrm>
          <a:prstGeom prst="rect">
            <a:avLst/>
          </a:prstGeom>
          <a:solidFill>
            <a:srgbClr val="70AD47">
              <a:lumMod val="75000"/>
            </a:srgbClr>
          </a:solidFill>
          <a:ln w="12700" cap="flat" cmpd="sng" algn="ctr">
            <a:solidFill>
              <a:srgbClr val="70AD47">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54" name="ScoreIndicator">
            <a:extLst>
              <a:ext uri="{FF2B5EF4-FFF2-40B4-BE49-F238E27FC236}">
                <a16:creationId xmlns:a16="http://schemas.microsoft.com/office/drawing/2014/main" id="{818CFA7D-CA63-1785-E08C-9528FD4A6679}"/>
              </a:ext>
            </a:extLst>
          </p:cNvPr>
          <p:cNvCxnSpPr>
            <a:cxnSpLocks/>
          </p:cNvCxnSpPr>
          <p:nvPr/>
        </p:nvCxnSpPr>
        <p:spPr>
          <a:xfrm>
            <a:off x="792346" y="2051143"/>
            <a:ext cx="0" cy="162629"/>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42420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tegoryLabel">
            <a:extLst>
              <a:ext uri="{FF2B5EF4-FFF2-40B4-BE49-F238E27FC236}">
                <a16:creationId xmlns:a16="http://schemas.microsoft.com/office/drawing/2014/main" id="{FD92F025-1776-4403-B9D2-623921B955C4}"/>
              </a:ext>
            </a:extLst>
          </p:cNvPr>
          <p:cNvSpPr txBox="1"/>
          <p:nvPr/>
        </p:nvSpPr>
        <p:spPr>
          <a:xfrm>
            <a:off x="824060" y="407879"/>
            <a:ext cx="10108915" cy="1015663"/>
          </a:xfrm>
          <a:prstGeom prst="rect">
            <a:avLst/>
          </a:prstGeom>
          <a:noFill/>
        </p:spPr>
        <p:txBody>
          <a:bodyPr wrap="square" rtlCol="0">
            <a:spAutoFit/>
          </a:bodyPr>
          <a:lstStyle/>
          <a:p>
            <a:r>
              <a:rPr lang="en-US" sz="2400" b="1" dirty="0">
                <a:latin typeface="Segoe UI" panose="020B0502040204020203" pitchFamily="34" charset="0"/>
                <a:cs typeface="Segoe UI" panose="020B0502040204020203" pitchFamily="34" charset="0"/>
              </a:rPr>
              <a:t>[</a:t>
            </a:r>
            <a:r>
              <a:rPr lang="en-US" sz="2400" b="1" dirty="0" err="1">
                <a:latin typeface="Segoe UI" panose="020B0502040204020203" pitchFamily="34" charset="0"/>
                <a:cs typeface="Segoe UI" panose="020B0502040204020203" pitchFamily="34" charset="0"/>
              </a:rPr>
              <a:t>Domain_Title</a:t>
            </a:r>
            <a:r>
              <a:rPr lang="en-US" sz="2400" b="1" dirty="0">
                <a:latin typeface="Segoe UI" panose="020B0502040204020203" pitchFamily="34" charset="0"/>
                <a:cs typeface="Segoe UI" panose="020B0502040204020203" pitchFamily="34" charset="0"/>
              </a:rPr>
              <a:t>]</a:t>
            </a:r>
            <a:br>
              <a:rPr lang="en-US" dirty="0"/>
            </a:br>
            <a:br>
              <a:rPr lang="en-US" dirty="0"/>
            </a:br>
            <a:endParaRPr lang="en-US" dirty="0"/>
          </a:p>
        </p:txBody>
      </p:sp>
      <p:sp>
        <p:nvSpPr>
          <p:cNvPr id="7" name="TextBox 6">
            <a:extLst>
              <a:ext uri="{FF2B5EF4-FFF2-40B4-BE49-F238E27FC236}">
                <a16:creationId xmlns:a16="http://schemas.microsoft.com/office/drawing/2014/main" id="{084211DB-3DD5-4181-9098-B93AE002E96E}"/>
              </a:ext>
            </a:extLst>
          </p:cNvPr>
          <p:cNvSpPr txBox="1"/>
          <p:nvPr/>
        </p:nvSpPr>
        <p:spPr>
          <a:xfrm>
            <a:off x="509900" y="2427110"/>
            <a:ext cx="2901815" cy="338554"/>
          </a:xfrm>
          <a:prstGeom prst="rect">
            <a:avLst/>
          </a:prstGeom>
          <a:noFill/>
        </p:spPr>
        <p:txBody>
          <a:bodyPr wrap="square" rtlCol="0">
            <a:spAutoFit/>
          </a:bodyPr>
          <a:lstStyle/>
          <a:p>
            <a:pPr algn="ctr"/>
            <a:r>
              <a:rPr lang="en-US" sz="1600" dirty="0">
                <a:latin typeface="Segoe UI Semibold" panose="020B0702040204020203" pitchFamily="34" charset="0"/>
                <a:cs typeface="Segoe UI Semibold" panose="020B0702040204020203" pitchFamily="34" charset="0"/>
              </a:rPr>
              <a:t>Focus Area relative weight</a:t>
            </a:r>
          </a:p>
        </p:txBody>
      </p:sp>
      <p:sp>
        <p:nvSpPr>
          <p:cNvPr id="8" name="CategoryScore">
            <a:extLst>
              <a:ext uri="{FF2B5EF4-FFF2-40B4-BE49-F238E27FC236}">
                <a16:creationId xmlns:a16="http://schemas.microsoft.com/office/drawing/2014/main" id="{4B5C319F-B8B1-45BD-9E8E-CE6EA54E14C4}"/>
              </a:ext>
            </a:extLst>
          </p:cNvPr>
          <p:cNvSpPr txBox="1"/>
          <p:nvPr/>
        </p:nvSpPr>
        <p:spPr>
          <a:xfrm>
            <a:off x="1378057" y="3187702"/>
            <a:ext cx="1087526" cy="461665"/>
          </a:xfrm>
          <a:prstGeom prst="rect">
            <a:avLst/>
          </a:prstGeom>
          <a:noFill/>
        </p:spPr>
        <p:txBody>
          <a:bodyPr wrap="square" rtlCol="0">
            <a:spAutoFit/>
          </a:bodyPr>
          <a:lstStyle/>
          <a:p>
            <a:pPr algn="ctr"/>
            <a:r>
              <a:rPr lang="en-US" sz="2400" b="1" dirty="0">
                <a:latin typeface="Segoe UI" panose="020B0502040204020203" pitchFamily="34" charset="0"/>
                <a:cs typeface="Segoe UI" panose="020B0502040204020203" pitchFamily="34" charset="0"/>
              </a:rPr>
              <a:t>[Sc]</a:t>
            </a:r>
          </a:p>
        </p:txBody>
      </p:sp>
      <p:sp>
        <p:nvSpPr>
          <p:cNvPr id="9" name="CategoryDescription">
            <a:extLst>
              <a:ext uri="{FF2B5EF4-FFF2-40B4-BE49-F238E27FC236}">
                <a16:creationId xmlns:a16="http://schemas.microsoft.com/office/drawing/2014/main" id="{B766487E-9ACD-4696-B909-0BD529DF9077}"/>
              </a:ext>
            </a:extLst>
          </p:cNvPr>
          <p:cNvSpPr txBox="1"/>
          <p:nvPr/>
        </p:nvSpPr>
        <p:spPr>
          <a:xfrm>
            <a:off x="589529" y="3719371"/>
            <a:ext cx="3127705" cy="276999"/>
          </a:xfrm>
          <a:prstGeom prst="rect">
            <a:avLst/>
          </a:prstGeom>
          <a:noFill/>
        </p:spPr>
        <p:txBody>
          <a:bodyPr wrap="square" rtlCol="0">
            <a:spAutoFit/>
          </a:bodyPr>
          <a:lstStyle/>
          <a:p>
            <a:pPr algn="just"/>
            <a:r>
              <a:rPr lang="en-US" sz="1200" dirty="0">
                <a:latin typeface="Segoe UI" panose="020B0502040204020203" pitchFamily="34" charset="0"/>
                <a:cs typeface="Segoe UI" panose="020B0502040204020203" pitchFamily="34" charset="0"/>
              </a:rPr>
              <a:t>[</a:t>
            </a:r>
            <a:r>
              <a:rPr lang="en-US" sz="1200" dirty="0" err="1">
                <a:latin typeface="Segoe UI" panose="020B0502040204020203" pitchFamily="34" charset="0"/>
                <a:cs typeface="Segoe UI" panose="020B0502040204020203" pitchFamily="34" charset="0"/>
              </a:rPr>
              <a:t>Domain_Description</a:t>
            </a:r>
            <a:r>
              <a:rPr lang="en-US" sz="1200" dirty="0">
                <a:latin typeface="Segoe UI" panose="020B0502040204020203" pitchFamily="34" charset="0"/>
                <a:cs typeface="Segoe UI" panose="020B0502040204020203" pitchFamily="34" charset="0"/>
              </a:rPr>
              <a:t>]</a:t>
            </a:r>
          </a:p>
        </p:txBody>
      </p:sp>
      <p:pic>
        <p:nvPicPr>
          <p:cNvPr id="12" name="Picture 11" descr="A picture containing drawing&#10;&#10;Description automatically generated">
            <a:extLst>
              <a:ext uri="{FF2B5EF4-FFF2-40B4-BE49-F238E27FC236}">
                <a16:creationId xmlns:a16="http://schemas.microsoft.com/office/drawing/2014/main" id="{DD5139E9-65A9-4877-A3C4-11D1D88FB4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20203" y="6269032"/>
            <a:ext cx="1527613" cy="684687"/>
          </a:xfrm>
          <a:prstGeom prst="rect">
            <a:avLst/>
          </a:prstGeom>
        </p:spPr>
      </p:pic>
      <p:cxnSp>
        <p:nvCxnSpPr>
          <p:cNvPr id="14" name="Straight Connector 13">
            <a:extLst>
              <a:ext uri="{FF2B5EF4-FFF2-40B4-BE49-F238E27FC236}">
                <a16:creationId xmlns:a16="http://schemas.microsoft.com/office/drawing/2014/main" id="{7DFFB3DB-8742-4644-A164-270EE991FF51}"/>
              </a:ext>
            </a:extLst>
          </p:cNvPr>
          <p:cNvCxnSpPr/>
          <p:nvPr/>
        </p:nvCxnSpPr>
        <p:spPr>
          <a:xfrm>
            <a:off x="287959" y="6369978"/>
            <a:ext cx="11245065" cy="0"/>
          </a:xfrm>
          <a:prstGeom prst="line">
            <a:avLst/>
          </a:prstGeom>
        </p:spPr>
        <p:style>
          <a:lnRef idx="1">
            <a:schemeClr val="dk1"/>
          </a:lnRef>
          <a:fillRef idx="0">
            <a:schemeClr val="dk1"/>
          </a:fillRef>
          <a:effectRef idx="0">
            <a:schemeClr val="dk1"/>
          </a:effectRef>
          <a:fontRef idx="minor">
            <a:schemeClr val="tx1"/>
          </a:fontRef>
        </p:style>
      </p:cxnSp>
      <p:sp>
        <p:nvSpPr>
          <p:cNvPr id="5" name="TOPRecommendations">
            <a:extLst>
              <a:ext uri="{FF2B5EF4-FFF2-40B4-BE49-F238E27FC236}">
                <a16:creationId xmlns:a16="http://schemas.microsoft.com/office/drawing/2014/main" id="{26DAAD99-B0A4-4450-8DD7-E1274ABD2AC4}"/>
              </a:ext>
            </a:extLst>
          </p:cNvPr>
          <p:cNvSpPr txBox="1"/>
          <p:nvPr/>
        </p:nvSpPr>
        <p:spPr>
          <a:xfrm>
            <a:off x="4027055" y="1087507"/>
            <a:ext cx="6149084" cy="307777"/>
          </a:xfrm>
          <a:prstGeom prst="rect">
            <a:avLst/>
          </a:prstGeom>
          <a:noFill/>
        </p:spPr>
        <p:txBody>
          <a:bodyPr wrap="square" rtlCol="0">
            <a:spAutoFit/>
          </a:bodyPr>
          <a:lstStyle/>
          <a:p>
            <a:r>
              <a:rPr lang="en-US" sz="1400" b="1" dirty="0">
                <a:latin typeface="Segoe UI" panose="020B0502040204020203" pitchFamily="34" charset="0"/>
                <a:cs typeface="Segoe UI" panose="020B0502040204020203" pitchFamily="34" charset="0"/>
              </a:rPr>
              <a:t>Top X out of Y recommendations:</a:t>
            </a:r>
            <a:endParaRPr lang="en-US" sz="1600" dirty="0">
              <a:latin typeface="Segoe UI" panose="020B0502040204020203" pitchFamily="34" charset="0"/>
              <a:cs typeface="Segoe UI" panose="020B0502040204020203" pitchFamily="34" charset="0"/>
            </a:endParaRPr>
          </a:p>
        </p:txBody>
      </p:sp>
      <p:sp>
        <p:nvSpPr>
          <p:cNvPr id="10" name="TextBox 9">
            <a:extLst>
              <a:ext uri="{FF2B5EF4-FFF2-40B4-BE49-F238E27FC236}">
                <a16:creationId xmlns:a16="http://schemas.microsoft.com/office/drawing/2014/main" id="{16C628AB-B86D-42DC-BED2-78A954B9C5FA}"/>
              </a:ext>
            </a:extLst>
          </p:cNvPr>
          <p:cNvSpPr txBox="1"/>
          <p:nvPr/>
        </p:nvSpPr>
        <p:spPr>
          <a:xfrm>
            <a:off x="4491194" y="1908900"/>
            <a:ext cx="7041830" cy="338554"/>
          </a:xfrm>
          <a:prstGeom prst="rect">
            <a:avLst/>
          </a:prstGeom>
          <a:noFill/>
        </p:spPr>
        <p:txBody>
          <a:bodyPr wrap="square" rtlCol="0">
            <a:spAutoFit/>
          </a:bodyPr>
          <a:lstStyle/>
          <a:p>
            <a:r>
              <a:rPr lang="en-US" sz="1600" dirty="0">
                <a:latin typeface="Segoe UI" panose="020B0502040204020203" pitchFamily="34" charset="0"/>
                <a:cs typeface="Segoe UI" panose="020B0502040204020203" pitchFamily="34" charset="0"/>
              </a:rPr>
              <a:t>[Placeholder_Text_1]</a:t>
            </a:r>
          </a:p>
        </p:txBody>
      </p:sp>
      <p:graphicFrame>
        <p:nvGraphicFramePr>
          <p:cNvPr id="20" name="Table 28">
            <a:extLst>
              <a:ext uri="{FF2B5EF4-FFF2-40B4-BE49-F238E27FC236}">
                <a16:creationId xmlns:a16="http://schemas.microsoft.com/office/drawing/2014/main" id="{DFD0D5D0-4BC5-4C00-9740-CA903D9969DD}"/>
              </a:ext>
            </a:extLst>
          </p:cNvPr>
          <p:cNvGraphicFramePr>
            <a:graphicFrameLocks noGrp="1"/>
          </p:cNvGraphicFramePr>
          <p:nvPr>
            <p:extLst>
              <p:ext uri="{D42A27DB-BD31-4B8C-83A1-F6EECF244321}">
                <p14:modId xmlns:p14="http://schemas.microsoft.com/office/powerpoint/2010/main" val="1398189767"/>
              </p:ext>
            </p:extLst>
          </p:nvPr>
        </p:nvGraphicFramePr>
        <p:xfrm>
          <a:off x="470913" y="1920898"/>
          <a:ext cx="3167368" cy="213360"/>
        </p:xfrm>
        <a:graphic>
          <a:graphicData uri="http://schemas.openxmlformats.org/drawingml/2006/table">
            <a:tbl>
              <a:tblPr firstRow="1" bandRow="1">
                <a:effectLst/>
                <a:tableStyleId>{5C22544A-7EE6-4342-B048-85BDC9FD1C3A}</a:tableStyleId>
              </a:tblPr>
              <a:tblGrid>
                <a:gridCol w="1058069">
                  <a:extLst>
                    <a:ext uri="{9D8B030D-6E8A-4147-A177-3AD203B41FA5}">
                      <a16:colId xmlns:a16="http://schemas.microsoft.com/office/drawing/2014/main" val="444279859"/>
                    </a:ext>
                  </a:extLst>
                </a:gridCol>
                <a:gridCol w="1054100">
                  <a:extLst>
                    <a:ext uri="{9D8B030D-6E8A-4147-A177-3AD203B41FA5}">
                      <a16:colId xmlns:a16="http://schemas.microsoft.com/office/drawing/2014/main" val="4264896445"/>
                    </a:ext>
                  </a:extLst>
                </a:gridCol>
                <a:gridCol w="1055199">
                  <a:extLst>
                    <a:ext uri="{9D8B030D-6E8A-4147-A177-3AD203B41FA5}">
                      <a16:colId xmlns:a16="http://schemas.microsoft.com/office/drawing/2014/main" val="1697782480"/>
                    </a:ext>
                  </a:extLst>
                </a:gridCol>
              </a:tblGrid>
              <a:tr h="187595">
                <a:tc>
                  <a:txBody>
                    <a:bodyPr/>
                    <a:lstStyle/>
                    <a:p>
                      <a:r>
                        <a:rPr lang="en-US" sz="800" dirty="0">
                          <a:solidFill>
                            <a:schemeClr val="tx1"/>
                          </a:solidFill>
                        </a:rPr>
                        <a:t>Low (0-33)</a:t>
                      </a:r>
                      <a:endParaRPr lang="en-AU" sz="800"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sz="800" dirty="0">
                          <a:solidFill>
                            <a:schemeClr val="tx1"/>
                          </a:solidFill>
                        </a:rPr>
                        <a:t>Medium (34-66)</a:t>
                      </a:r>
                      <a:endParaRPr lang="en-AU" sz="800"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sz="800" dirty="0">
                          <a:solidFill>
                            <a:schemeClr val="tx1"/>
                          </a:solidFill>
                        </a:rPr>
                        <a:t>High (67-100)</a:t>
                      </a:r>
                      <a:endParaRPr lang="en-AU" sz="800"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92734065"/>
                  </a:ext>
                </a:extLst>
              </a:tr>
            </a:tbl>
          </a:graphicData>
        </a:graphic>
      </p:graphicFrame>
      <p:sp>
        <p:nvSpPr>
          <p:cNvPr id="17" name="TextBox 16">
            <a:extLst>
              <a:ext uri="{FF2B5EF4-FFF2-40B4-BE49-F238E27FC236}">
                <a16:creationId xmlns:a16="http://schemas.microsoft.com/office/drawing/2014/main" id="{B6192819-0A74-4FB6-828C-0681B504C31E}"/>
              </a:ext>
            </a:extLst>
          </p:cNvPr>
          <p:cNvSpPr txBox="1"/>
          <p:nvPr/>
        </p:nvSpPr>
        <p:spPr>
          <a:xfrm>
            <a:off x="0" y="2813739"/>
            <a:ext cx="4027055" cy="400110"/>
          </a:xfrm>
          <a:prstGeom prst="rect">
            <a:avLst/>
          </a:prstGeom>
          <a:noFill/>
        </p:spPr>
        <p:txBody>
          <a:bodyPr wrap="square">
            <a:spAutoFit/>
          </a:bodyPr>
          <a:lstStyle/>
          <a:p>
            <a:pPr algn="ctr"/>
            <a:r>
              <a:rPr lang="en-AU" sz="1000" i="1" dirty="0">
                <a:solidFill>
                  <a:schemeClr val="tx1"/>
                </a:solidFill>
                <a:latin typeface="Segoe UI" panose="020B0502040204020203" pitchFamily="34" charset="0"/>
                <a:cs typeface="Segoe UI" panose="020B0502040204020203" pitchFamily="34" charset="0"/>
              </a:rPr>
              <a:t>Relative weight </a:t>
            </a:r>
            <a:r>
              <a:rPr lang="en-AU" sz="1000" dirty="0">
                <a:solidFill>
                  <a:schemeClr val="tx1"/>
                </a:solidFill>
                <a:latin typeface="Segoe UI" panose="020B0502040204020203" pitchFamily="34" charset="0"/>
                <a:cs typeface="Segoe UI" panose="020B0502040204020203" pitchFamily="34" charset="0"/>
              </a:rPr>
              <a:t>indicates the </a:t>
            </a:r>
            <a:r>
              <a:rPr lang="en-AU" sz="1000" b="1" dirty="0">
                <a:solidFill>
                  <a:schemeClr val="tx1"/>
                </a:solidFill>
                <a:latin typeface="Segoe UI" panose="020B0502040204020203" pitchFamily="34" charset="0"/>
                <a:cs typeface="Segoe UI" panose="020B0502040204020203" pitchFamily="34" charset="0"/>
              </a:rPr>
              <a:t>average importance</a:t>
            </a:r>
            <a:r>
              <a:rPr lang="en-AU" sz="1000" dirty="0">
                <a:solidFill>
                  <a:schemeClr val="tx1"/>
                </a:solidFill>
                <a:latin typeface="Segoe UI" panose="020B0502040204020203" pitchFamily="34" charset="0"/>
                <a:cs typeface="Segoe UI" panose="020B0502040204020203" pitchFamily="34" charset="0"/>
              </a:rPr>
              <a:t> of recommendations in this section</a:t>
            </a:r>
          </a:p>
        </p:txBody>
      </p:sp>
      <p:sp>
        <p:nvSpPr>
          <p:cNvPr id="6" name="Rectangle 5">
            <a:extLst>
              <a:ext uri="{FF2B5EF4-FFF2-40B4-BE49-F238E27FC236}">
                <a16:creationId xmlns:a16="http://schemas.microsoft.com/office/drawing/2014/main" id="{80A9D170-1020-8235-09BB-06E197CF5CF7}"/>
              </a:ext>
            </a:extLst>
          </p:cNvPr>
          <p:cNvSpPr/>
          <p:nvPr/>
        </p:nvSpPr>
        <p:spPr>
          <a:xfrm>
            <a:off x="470914" y="2166687"/>
            <a:ext cx="1047750" cy="80767"/>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Rectangle 12">
            <a:extLst>
              <a:ext uri="{FF2B5EF4-FFF2-40B4-BE49-F238E27FC236}">
                <a16:creationId xmlns:a16="http://schemas.microsoft.com/office/drawing/2014/main" id="{FFA6FA27-5AD3-E8D3-F033-4D8F0D9FA051}"/>
              </a:ext>
            </a:extLst>
          </p:cNvPr>
          <p:cNvSpPr/>
          <p:nvPr/>
        </p:nvSpPr>
        <p:spPr>
          <a:xfrm>
            <a:off x="2590531" y="2167924"/>
            <a:ext cx="1047750" cy="80767"/>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1" name="Rectangle 20">
            <a:extLst>
              <a:ext uri="{FF2B5EF4-FFF2-40B4-BE49-F238E27FC236}">
                <a16:creationId xmlns:a16="http://schemas.microsoft.com/office/drawing/2014/main" id="{8E6FE3B2-C324-AF8C-9462-7E0F218015CD}"/>
              </a:ext>
            </a:extLst>
          </p:cNvPr>
          <p:cNvSpPr/>
          <p:nvPr/>
        </p:nvSpPr>
        <p:spPr>
          <a:xfrm>
            <a:off x="1531393" y="2167827"/>
            <a:ext cx="1047750" cy="80767"/>
          </a:xfrm>
          <a:prstGeom prst="rect">
            <a:avLst/>
          </a:prstGeom>
          <a:solidFill>
            <a:srgbClr val="FFC000"/>
          </a:solidFill>
          <a:ln w="12700" cap="flat" cmpd="sng" algn="ctr">
            <a:solidFill>
              <a:srgbClr val="FFC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prstClr val="white"/>
              </a:solidFill>
              <a:effectLst/>
              <a:highlight>
                <a:srgbClr val="000080"/>
              </a:highlight>
              <a:uLnTx/>
              <a:uFillTx/>
              <a:latin typeface="Calibri" panose="020F0502020204030204"/>
              <a:ea typeface="+mn-ea"/>
              <a:cs typeface="+mn-cs"/>
            </a:endParaRPr>
          </a:p>
        </p:txBody>
      </p:sp>
      <p:cxnSp>
        <p:nvCxnSpPr>
          <p:cNvPr id="15" name="ScoreIndicator">
            <a:extLst>
              <a:ext uri="{FF2B5EF4-FFF2-40B4-BE49-F238E27FC236}">
                <a16:creationId xmlns:a16="http://schemas.microsoft.com/office/drawing/2014/main" id="{C306D262-6DD8-06EE-54F3-5CF36E340992}"/>
              </a:ext>
            </a:extLst>
          </p:cNvPr>
          <p:cNvCxnSpPr>
            <a:cxnSpLocks/>
          </p:cNvCxnSpPr>
          <p:nvPr/>
        </p:nvCxnSpPr>
        <p:spPr>
          <a:xfrm>
            <a:off x="509900" y="2115975"/>
            <a:ext cx="0" cy="162629"/>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0510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7180493"/>
      </p:ext>
    </p:extLst>
  </p:cSld>
  <p:clrMapOvr>
    <a:masterClrMapping/>
  </p:clrMapOvr>
  <p:transition>
    <p:fade/>
  </p:transition>
</p:sld>
</file>

<file path=ppt/theme/theme1.xml><?xml version="1.0" encoding="utf-8"?>
<a:theme xmlns:a="http://schemas.openxmlformats.org/drawingml/2006/main" name="Security Template Master - Light">
  <a:themeElements>
    <a:clrScheme name="Microsoft Security">
      <a:dk1>
        <a:srgbClr val="000000"/>
      </a:dk1>
      <a:lt1>
        <a:srgbClr val="FFFFFF"/>
      </a:lt1>
      <a:dk2>
        <a:srgbClr val="243A5E"/>
      </a:dk2>
      <a:lt2>
        <a:srgbClr val="E6E6E6"/>
      </a:lt2>
      <a:accent1>
        <a:srgbClr val="0078D4"/>
      </a:accent1>
      <a:accent2>
        <a:srgbClr val="FFB900"/>
      </a:accent2>
      <a:accent3>
        <a:srgbClr val="107C10"/>
      </a:accent3>
      <a:accent4>
        <a:srgbClr val="737373"/>
      </a:accent4>
      <a:accent5>
        <a:srgbClr val="9BF00B"/>
      </a:accent5>
      <a:accent6>
        <a:srgbClr val="50E6FF"/>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Microsoft_Security_BrandTemplate_v10.potx" id="{FA44F287-60BB-48C7-B80C-62BD5504555E}" vid="{676AD5CD-2562-4982-A575-5107351C6BEE}"/>
    </a:ext>
  </a:extLst>
</a:theme>
</file>

<file path=ppt/theme/theme2.xml><?xml version="1.0" encoding="utf-8"?>
<a:theme xmlns:a="http://schemas.openxmlformats.org/drawingml/2006/main" name="1_Security Template Master - Light">
  <a:themeElements>
    <a:clrScheme name="Microsoft Security">
      <a:dk1>
        <a:srgbClr val="000000"/>
      </a:dk1>
      <a:lt1>
        <a:srgbClr val="FFFFFF"/>
      </a:lt1>
      <a:dk2>
        <a:srgbClr val="243A5E"/>
      </a:dk2>
      <a:lt2>
        <a:srgbClr val="E6E6E6"/>
      </a:lt2>
      <a:accent1>
        <a:srgbClr val="0078D4"/>
      </a:accent1>
      <a:accent2>
        <a:srgbClr val="FFB900"/>
      </a:accent2>
      <a:accent3>
        <a:srgbClr val="107C10"/>
      </a:accent3>
      <a:accent4>
        <a:srgbClr val="737373"/>
      </a:accent4>
      <a:accent5>
        <a:srgbClr val="9BF00B"/>
      </a:accent5>
      <a:accent6>
        <a:srgbClr val="50E6FF"/>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Microsoft_Security_BrandTemplate_v10.potx" id="{FA44F287-60BB-48C7-B80C-62BD5504555E}" vid="{676AD5CD-2562-4982-A575-5107351C6BE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2E9CB8"/>
      </a:accent2>
      <a:accent3>
        <a:srgbClr val="E97132"/>
      </a:accent3>
      <a:accent4>
        <a:srgbClr val="196B24"/>
      </a:accent4>
      <a:accent5>
        <a:srgbClr val="4EA72E"/>
      </a:accent5>
      <a:accent6>
        <a:srgbClr val="C80724"/>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2E9CB8"/>
      </a:accent2>
      <a:accent3>
        <a:srgbClr val="C80724"/>
      </a:accent3>
      <a:accent4>
        <a:srgbClr val="E97132"/>
      </a:accent4>
      <a:accent5>
        <a:srgbClr val="196B24"/>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9A62E282DDA434E979CD3E03185182E" ma:contentTypeVersion="34" ma:contentTypeDescription="Create a new document." ma:contentTypeScope="" ma:versionID="1ac389007b7cbeeef96c525a4ca54311">
  <xsd:schema xmlns:xsd="http://www.w3.org/2001/XMLSchema" xmlns:xs="http://www.w3.org/2001/XMLSchema" xmlns:p="http://schemas.microsoft.com/office/2006/metadata/properties" xmlns:ns1="http://schemas.microsoft.com/sharepoint/v3" xmlns:ns2="cea7764e-6bf9-427d-be15-e74097e0a61c" xmlns:ns3="fb9ea31f-0ab8-44ff-80d1-5777f6d9d945" xmlns:ns4="230e9df3-be65-4c73-a93b-d1236ebd677e" targetNamespace="http://schemas.microsoft.com/office/2006/metadata/properties" ma:root="true" ma:fieldsID="af69de15efe70ed2deededa0f27a1b34" ns1:_="" ns2:_="" ns3:_="" ns4:_="">
    <xsd:import namespace="http://schemas.microsoft.com/sharepoint/v3"/>
    <xsd:import namespace="cea7764e-6bf9-427d-be15-e74097e0a61c"/>
    <xsd:import namespace="fb9ea31f-0ab8-44ff-80d1-5777f6d9d945"/>
    <xsd:import namespace="230e9df3-be65-4c73-a93b-d1236ebd677e"/>
    <xsd:element name="properties">
      <xsd:complexType>
        <xsd:sequence>
          <xsd:element name="documentManagement">
            <xsd:complexType>
              <xsd:all>
                <xsd:element ref="ns2:Title_x0020_ID" minOccurs="0"/>
                <xsd:element ref="ns2:Title_x0020_URL" minOccurs="0"/>
                <xsd:element ref="ns2:Comments" minOccurs="0"/>
                <xsd:element ref="ns2:Sign_x002d_off_x0020_status" minOccurs="0"/>
                <xsd:element ref="ns2:Mail_x0020_Sent" minOccurs="0"/>
                <xsd:element ref="ns2:_Flow_SignoffStatus" minOccurs="0"/>
                <xsd:element ref="ns2:Lead_x0020_Signoff" minOccurs="0"/>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GenerationTime" minOccurs="0"/>
                <xsd:element ref="ns2:MediaServiceEventHashCode" minOccurs="0"/>
                <xsd:element ref="ns2:MediaServiceOCR" minOccurs="0"/>
                <xsd:element ref="ns1:_ip_UnifiedCompliancePolicyProperties" minOccurs="0"/>
                <xsd:element ref="ns1:_ip_UnifiedCompliancePolicyUIAction" minOccurs="0"/>
                <xsd:element ref="ns2:MediaServiceDateTaken" minOccurs="0"/>
                <xsd:element ref="ns2:MediaServiceLocation" minOccurs="0"/>
                <xsd:element ref="ns2:MediaLengthInSeconds" minOccurs="0"/>
                <xsd:element ref="ns2:lcf76f155ced4ddcb4097134ff3c332f" minOccurs="0"/>
                <xsd:element ref="ns4:TaxCatchAll" minOccurs="0"/>
                <xsd:element ref="ns2:State" minOccurs="0"/>
                <xsd:element ref="ns2:MediaServiceSearchProperties" minOccurs="0"/>
                <xsd:element ref="ns2:MediaServiceDocTags" minOccurs="0"/>
                <xsd:element ref="ns2:MediaServiceObjectDetectorVersions" minOccurs="0"/>
                <xsd:element ref="ns2:TranslatedLang"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ma:readOnly="false">
      <xsd:simpleType>
        <xsd:restriction base="dms:Note"/>
      </xsd:simpleType>
    </xsd:element>
    <xsd:element name="_ip_UnifiedCompliancePolicyUIAction" ma:index="23"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ea7764e-6bf9-427d-be15-e74097e0a61c" elementFormDefault="qualified">
    <xsd:import namespace="http://schemas.microsoft.com/office/2006/documentManagement/types"/>
    <xsd:import namespace="http://schemas.microsoft.com/office/infopath/2007/PartnerControls"/>
    <xsd:element name="Title_x0020_ID" ma:index="2" nillable="true" ma:displayName="Title ID" ma:internalName="Title_x0020_ID" ma:readOnly="false">
      <xsd:simpleType>
        <xsd:restriction base="dms:Number"/>
      </xsd:simpleType>
    </xsd:element>
    <xsd:element name="Title_x0020_URL" ma:index="3" nillable="true" ma:displayName="Title URL" ma:format="Hyperlink" ma:internalName="Title_x0020_URL"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Comments" ma:index="4" nillable="true" ma:displayName="Comments" ma:internalName="Comments" ma:readOnly="false">
      <xsd:simpleType>
        <xsd:restriction base="dms:Note">
          <xsd:maxLength value="255"/>
        </xsd:restriction>
      </xsd:simpleType>
    </xsd:element>
    <xsd:element name="Sign_x002d_off_x0020_status" ma:index="5" nillable="true" ma:displayName="Sign-off status" ma:format="Dropdown" ma:internalName="Sign_x002d_off_x0020_status" ma:readOnly="false">
      <xsd:simpleType>
        <xsd:restriction base="dms:Choice">
          <xsd:enumeration value="Approve"/>
          <xsd:enumeration value="Approved with Comments"/>
          <xsd:enumeration value="Rejected with Comments"/>
        </xsd:restriction>
      </xsd:simpleType>
    </xsd:element>
    <xsd:element name="Mail_x0020_Sent" ma:index="6" nillable="true" ma:displayName="Mail Sent" ma:default="0" ma:internalName="Mail_x0020_Sent" ma:readOnly="false">
      <xsd:simpleType>
        <xsd:restriction base="dms:Boolean"/>
      </xsd:simpleType>
    </xsd:element>
    <xsd:element name="_Flow_SignoffStatus" ma:index="7" nillable="true" ma:displayName="Sign-off status" ma:internalName="Sign_x002d_off_x0020_status0" ma:readOnly="false">
      <xsd:simpleType>
        <xsd:restriction base="dms:Text"/>
      </xsd:simpleType>
    </xsd:element>
    <xsd:element name="Lead_x0020_Signoff" ma:index="8" nillable="true" ma:displayName="Lead Signoff" ma:default="0" ma:internalName="Lead_x0020_Signoff" ma:readOnly="false">
      <xsd:simpleType>
        <xsd:restriction base="dms:Boolean"/>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hidden="true" ma:internalName="MediaServiceKeyPoints" ma:readOnly="true">
      <xsd:simpleType>
        <xsd:restriction base="dms:Note"/>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hidden="true" ma:internalName="MediaServiceOCR" ma:readOnly="true">
      <xsd:simpleType>
        <xsd:restriction base="dms:Note"/>
      </xsd:simpleType>
    </xsd:element>
    <xsd:element name="MediaServiceDateTaken" ma:index="25" nillable="true" ma:displayName="MediaServiceDateTaken" ma:hidden="true" ma:internalName="MediaServiceDateTaken" ma:readOnly="true">
      <xsd:simpleType>
        <xsd:restriction base="dms:Text"/>
      </xsd:simpleType>
    </xsd:element>
    <xsd:element name="MediaServiceLocation" ma:index="27" nillable="true" ma:displayName="Location" ma:hidden="true" ma:internalName="MediaServiceLocation" ma:readOnly="true">
      <xsd:simpleType>
        <xsd:restriction base="dms:Text"/>
      </xsd:simpleType>
    </xsd:element>
    <xsd:element name="MediaLengthInSeconds" ma:index="28" nillable="true" ma:displayName="Length (seconds)" ma:hidden="true" ma:internalName="MediaLengthInSeconds" ma:readOnly="true">
      <xsd:simpleType>
        <xsd:restriction base="dms:Unknown"/>
      </xsd:simpleType>
    </xsd:element>
    <xsd:element name="lcf76f155ced4ddcb4097134ff3c332f" ma:index="30"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State" ma:index="32" nillable="true" ma:displayName="State" ma:default="Open" ma:format="Dropdown" ma:internalName="State">
      <xsd:simpleType>
        <xsd:restriction base="dms:Choice">
          <xsd:enumeration value="Open"/>
          <xsd:enumeration value="Complete"/>
          <xsd:enumeration value="Waiting Ian's Review"/>
        </xsd:restriction>
      </xsd:simpleType>
    </xsd:element>
    <xsd:element name="MediaServiceSearchProperties" ma:index="33" nillable="true" ma:displayName="MediaServiceSearchProperties" ma:hidden="true" ma:internalName="MediaServiceSearchProperties" ma:readOnly="true">
      <xsd:simpleType>
        <xsd:restriction base="dms:Note"/>
      </xsd:simpleType>
    </xsd:element>
    <xsd:element name="MediaServiceDocTags" ma:index="34" nillable="true" ma:displayName="MediaServiceDocTags" ma:hidden="true" ma:internalName="MediaServiceDocTags" ma:readOnly="true">
      <xsd:simpleType>
        <xsd:restriction base="dms:Note"/>
      </xsd:simpleType>
    </xsd:element>
    <xsd:element name="MediaServiceObjectDetectorVersions" ma:index="35" nillable="true" ma:displayName="MediaServiceObjectDetectorVersions" ma:description="" ma:hidden="true" ma:indexed="true" ma:internalName="MediaServiceObjectDetectorVersions" ma:readOnly="true">
      <xsd:simpleType>
        <xsd:restriction base="dms:Text"/>
      </xsd:simpleType>
    </xsd:element>
    <xsd:element name="TranslatedLang" ma:index="36" nillable="true" ma:displayName="Translated Language" ma:internalName="TranslatedLang">
      <xsd:simpleType>
        <xsd:restriction base="dms:Text"/>
      </xsd:simpleType>
    </xsd:element>
    <xsd:element name="MediaServiceBillingMetadata" ma:index="37"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b9ea31f-0ab8-44ff-80d1-5777f6d9d945" elementFormDefault="qualified">
    <xsd:import namespace="http://schemas.microsoft.com/office/2006/documentManagement/types"/>
    <xsd:import namespace="http://schemas.microsoft.com/office/infopath/2007/PartnerControls"/>
    <xsd:element name="SharedWithUsers" ma:index="17"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31" nillable="true" ma:displayName="Taxonomy Catch All Column" ma:hidden="true" ma:list="{ae63ffbd-de59-4149-9433-57c64ddd7584}" ma:internalName="TaxCatchAll" ma:showField="CatchAllData" ma:web="fb9ea31f-0ab8-44ff-80d1-5777f6d9d94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0"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SharedWithUsers xmlns="fb9ea31f-0ab8-44ff-80d1-5777f6d9d945">
      <UserInfo>
        <DisplayName>Anand Menon</DisplayName>
        <AccountId>338</AccountId>
        <AccountType/>
      </UserInfo>
      <UserInfo>
        <DisplayName>Chang Kawaguchi</DisplayName>
        <AccountId>199</AccountId>
        <AccountType/>
      </UserInfo>
      <UserInfo>
        <DisplayName>Ryan Munsch</DisplayName>
        <AccountId>1244</AccountId>
        <AccountType/>
      </UserInfo>
      <UserInfo>
        <DisplayName>Joe Metzler</DisplayName>
        <AccountId>1236</AccountId>
        <AccountType/>
      </UserInfo>
      <UserInfo>
        <DisplayName>Andy Elder</DisplayName>
        <AccountId>722</AccountId>
        <AccountType/>
      </UserInfo>
    </SharedWithUsers>
    <Sign_x002d_off_x0020_status xmlns="cea7764e-6bf9-427d-be15-e74097e0a61c" xsi:nil="true"/>
    <Title_x0020_URL xmlns="cea7764e-6bf9-427d-be15-e74097e0a61c">
      <Url xsi:nil="true"/>
      <Description xsi:nil="true"/>
    </Title_x0020_URL>
    <Mail_x0020_Sent xmlns="cea7764e-6bf9-427d-be15-e74097e0a61c">false</Mail_x0020_Sent>
    <_Flow_SignoffStatus xmlns="cea7764e-6bf9-427d-be15-e74097e0a61c" xsi:nil="true"/>
    <TranslatedLang xmlns="cea7764e-6bf9-427d-be15-e74097e0a61c" xsi:nil="true"/>
    <State xmlns="cea7764e-6bf9-427d-be15-e74097e0a61c">Open</State>
    <Comments xmlns="cea7764e-6bf9-427d-be15-e74097e0a61c" xsi:nil="true"/>
    <Lead_x0020_Signoff xmlns="cea7764e-6bf9-427d-be15-e74097e0a61c">false</Lead_x0020_Signoff>
    <Title_x0020_ID xmlns="cea7764e-6bf9-427d-be15-e74097e0a61c" xsi:nil="true"/>
    <TaxCatchAll xmlns="230e9df3-be65-4c73-a93b-d1236ebd677e" xsi:nil="true"/>
    <lcf76f155ced4ddcb4097134ff3c332f xmlns="cea7764e-6bf9-427d-be15-e74097e0a61c">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2959678E-9BD4-4377-ABF8-0EC16A0C21C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cea7764e-6bf9-427d-be15-e74097e0a61c"/>
    <ds:schemaRef ds:uri="fb9ea31f-0ab8-44ff-80d1-5777f6d9d945"/>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CC38ADF-2634-4ABD-B6B5-E5175C9180D3}">
  <ds:schemaRefs>
    <ds:schemaRef ds:uri="http://schemas.microsoft.com/sharepoint/v3/contenttype/forms"/>
  </ds:schemaRefs>
</ds:datastoreItem>
</file>

<file path=customXml/itemProps3.xml><?xml version="1.0" encoding="utf-8"?>
<ds:datastoreItem xmlns:ds="http://schemas.openxmlformats.org/officeDocument/2006/customXml" ds:itemID="{328A3E3B-BE55-4848-A2DC-603D62A8922F}">
  <ds:schemaRefs>
    <ds:schemaRef ds:uri="http://purl.org/dc/dcmitype/"/>
    <ds:schemaRef ds:uri="http://www.w3.org/XML/1998/namespace"/>
    <ds:schemaRef ds:uri="http://schemas.microsoft.com/sharepoint/v3"/>
    <ds:schemaRef ds:uri="http://schemas.microsoft.com/office/2006/documentManagement/types"/>
    <ds:schemaRef ds:uri="http://schemas.openxmlformats.org/package/2006/metadata/core-properties"/>
    <ds:schemaRef ds:uri="cea7764e-6bf9-427d-be15-e74097e0a61c"/>
    <ds:schemaRef ds:uri="http://schemas.microsoft.com/office/infopath/2007/PartnerControls"/>
    <ds:schemaRef ds:uri="http://purl.org/dc/elements/1.1/"/>
    <ds:schemaRef ds:uri="230e9df3-be65-4c73-a93b-d1236ebd677e"/>
    <ds:schemaRef ds:uri="fb9ea31f-0ab8-44ff-80d1-5777f6d9d945"/>
    <ds:schemaRef ds:uri="http://schemas.microsoft.com/office/2006/metadata/properties"/>
    <ds:schemaRef ds:uri="http://purl.org/dc/terms/"/>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141</TotalTime>
  <Words>655</Words>
  <Application>Microsoft Office PowerPoint</Application>
  <PresentationFormat>Widescreen</PresentationFormat>
  <Paragraphs>70</Paragraphs>
  <Slides>6</Slides>
  <Notes>5</Notes>
  <HiddenSlides>2</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6</vt:i4>
      </vt:variant>
    </vt:vector>
  </HeadingPairs>
  <TitlesOfParts>
    <vt:vector size="14" baseType="lpstr">
      <vt:lpstr>Aptos</vt:lpstr>
      <vt:lpstr>Arial</vt:lpstr>
      <vt:lpstr>Calibri</vt:lpstr>
      <vt:lpstr>Segoe UI</vt:lpstr>
      <vt:lpstr>Segoe UI Semibold</vt:lpstr>
      <vt:lpstr>Wingdings</vt:lpstr>
      <vt:lpstr>Security Template Master - Light</vt:lpstr>
      <vt:lpstr>1_Security Template Master - Light</vt:lpstr>
      <vt:lpstr>PowerPoint Presentation</vt:lpstr>
      <vt:lpstr>Scoring Explained</vt:lpstr>
      <vt:lpstr>PowerPoint Presentation</vt:lpstr>
      <vt:lpstr>Executive Summary</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Ashley.Wills@microsoft.com</dc:creator>
  <cp:lastModifiedBy>Daniel Margetic (SECURITY)</cp:lastModifiedBy>
  <cp:revision>15</cp:revision>
  <dcterms:created xsi:type="dcterms:W3CDTF">2023-04-04T14:30:40Z</dcterms:created>
  <dcterms:modified xsi:type="dcterms:W3CDTF">2026-01-20T13:57:57Z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0x01010039A62E282DDA434E979CD3E03185182E</vt:lpwstr>
  </property>
  <property fmtid="{D5CDD505-2E9C-101B-9397-08002B2CF9AE}" pid="3" name="MediaServiceImageTags">
    <vt:lpwstr/>
  </property>
  <property fmtid="{D5CDD505-2E9C-101B-9397-08002B2CF9AE}" pid="4" name="ClassificationContentMarkingFooterText">
    <vt:lpwstr>Classified as Microsoft Confidential</vt:lpwstr>
  </property>
</Properties>
</file>